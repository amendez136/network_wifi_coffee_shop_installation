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4"/>
  </p:sldMasterIdLst>
  <p:notesMasterIdLst>
    <p:notesMasterId r:id="rId14"/>
  </p:notesMasterIdLst>
  <p:handoutMasterIdLst>
    <p:handoutMasterId r:id="rId15"/>
  </p:handoutMasterIdLst>
  <p:sldIdLst>
    <p:sldId id="1519" r:id="rId5"/>
    <p:sldId id="1520" r:id="rId6"/>
    <p:sldId id="1532" r:id="rId7"/>
    <p:sldId id="1525" r:id="rId8"/>
    <p:sldId id="1528" r:id="rId9"/>
    <p:sldId id="1527" r:id="rId10"/>
    <p:sldId id="1530" r:id="rId11"/>
    <p:sldId id="1531" r:id="rId12"/>
    <p:sldId id="153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05B77-AEA3-4476-A4B7-8096B68D637B}" v="2" dt="2026-02-27T03:45:45.249"/>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8"/>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691490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4AE5-5761-D2D3-C339-97E40317A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9B35A-1B60-07E0-6495-8A6595AD5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6ACDB7-E024-7A02-83BA-902EB86C3F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573897-DD70-02F9-758B-D9AF32323BC5}"/>
              </a:ext>
            </a:extLst>
          </p:cNvPr>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451634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F6FA0-636E-C3E4-98C9-AC6247A68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8E673-3367-1630-5CE4-7A44778BA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58C04-760E-8250-92BF-E907E06B85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34BD99-A71C-617F-8D24-7CFD8D2A88BA}"/>
              </a:ext>
            </a:extLst>
          </p:cNvPr>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63617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9A4C1-3EF0-E5FA-C87F-DC79912C4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1ABA-631E-F5A6-6CB9-DCF2C562E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EFDA0-5F75-6468-D02A-3203089D6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AACA49-309A-2D38-F8E3-B4042EBAC678}"/>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036237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0F2A3-53FB-2BF9-F673-E615C4844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089FB-4A56-B490-F131-84947F5BE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4C839-4924-033F-322A-397D23D415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4BCF90-238C-B273-DD2D-44B0A2331A91}"/>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774864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D51D8-E191-1074-1F00-93F6E8517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5F51C-7AD3-0566-8F25-FD8B6F2C7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09DAE-ABB6-748F-8FEA-8C3872CB2D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ACBA5-168C-967D-D526-211CA38E0368}"/>
              </a:ext>
            </a:extLst>
          </p:cNvPr>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4253876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8B66-7D23-4231-EF8F-2DC5C1AF8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552E5-10D8-A0C0-8B97-D86A1CC76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9E95B-2705-89F8-2D7A-8F5EE8CD79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B12F9E-4A4D-BD6C-FA08-EA26EA84DBB6}"/>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827980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5109526"/>
            <a:ext cx="10923936" cy="641279"/>
          </a:xfrm>
        </p:spPr>
        <p:txBody>
          <a:bodyPr anchor="b">
            <a:noAutofit/>
          </a:bodyPr>
          <a:lstStyle>
            <a:lvl1pPr algn="l">
              <a:defRPr sz="5000" u="sng" cap="all" baseline="0">
                <a:solidFill>
                  <a:schemeClr val="bg1"/>
                </a:solidFill>
              </a:defRPr>
            </a:lvl1pPr>
          </a:lstStyle>
          <a:p>
            <a:r>
              <a:rPr lang="en-US"/>
              <a:t>Click to edit Master title style</a:t>
            </a:r>
            <a:endParaRPr lang="en-US" dirty="0"/>
          </a:p>
        </p:txBody>
      </p:sp>
      <p:sp>
        <p:nvSpPr>
          <p:cNvPr id="57" name="Subtitle 2">
            <a:extLst>
              <a:ext uri="{FF2B5EF4-FFF2-40B4-BE49-F238E27FC236}">
                <a16:creationId xmlns:a16="http://schemas.microsoft.com/office/drawing/2014/main" id="{CDE85611-F29A-5B31-8523-08B6A1185CA9}"/>
              </a:ext>
            </a:extLst>
          </p:cNvPr>
          <p:cNvSpPr>
            <a:spLocks noGrp="1"/>
          </p:cNvSpPr>
          <p:nvPr>
            <p:ph type="subTitle" idx="1"/>
          </p:nvPr>
        </p:nvSpPr>
        <p:spPr>
          <a:xfrm>
            <a:off x="634029" y="5811724"/>
            <a:ext cx="10923936" cy="409290"/>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t="-40" b="-40"/>
            </a:stretch>
          </a:blipFill>
        </p:spPr>
        <p:txBody>
          <a:bodyPr/>
          <a:lstStyle/>
          <a:p>
            <a:r>
              <a:rPr lang="en-US"/>
              <a:t>Click icon to add picture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700589" y="6212217"/>
            <a:ext cx="914400" cy="630936"/>
          </a:xfrm>
        </p:spPr>
        <p:txBody>
          <a:bodyPr/>
          <a:lstStyle>
            <a:lvl1pPr>
              <a:defRPr>
                <a:solidFill>
                  <a:schemeClr val="bg1"/>
                </a:solidFill>
              </a:defRPr>
            </a:lvl1pPr>
          </a:lstStyle>
          <a:p>
            <a:fld id="{4C7524BB-F0A6-4140-A8AB-1C8A7E34AB03}" type="datetime1">
              <a:rPr lang="en-US" smtClean="0"/>
              <a:pPr/>
              <a:t>2/26/2026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009325" y="6221013"/>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67802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oAutofit/>
          </a:bodyPr>
          <a:lstStyle>
            <a:lvl1pPr>
              <a:defRPr sz="6000" u="sng" cap="all" baseline="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p>
            <a:fld id="{7E574385-C0BA-734A-92FC-17834D8EB701}" type="datetime1">
              <a:rPr lang="en-US" smtClean="0"/>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6" y="1016954"/>
            <a:ext cx="4306487" cy="3345811"/>
          </a:xfrm>
        </p:spPr>
        <p:txBody>
          <a:bodyPr anchor="b">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4095" y="4743765"/>
            <a:ext cx="4333869" cy="1479235"/>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l="-32" r="-32"/>
            </a:stretch>
          </a:blipFill>
        </p:spPr>
        <p:txBody>
          <a:bodyPr/>
          <a:lstStyle/>
          <a:p>
            <a:r>
              <a:rPr lang="en-US"/>
              <a:t>Click icon to add picture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7" y="0"/>
            <a:ext cx="2447917"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72014" y="0"/>
            <a:ext cx="958467" cy="630936"/>
          </a:xfrm>
        </p:spPr>
        <p:txBody>
          <a:bodyPr/>
          <a:lstStyle>
            <a:lvl1pPr>
              <a:defRPr>
                <a:solidFill>
                  <a:schemeClr val="bg1"/>
                </a:solidFill>
                <a:effectLst/>
              </a:defRPr>
            </a:lvl1pPr>
          </a:lstStyle>
          <a:p>
            <a:fld id="{6C3E8657-ED4F-2349-80D5-3F1287888601}" type="datetime1">
              <a:rPr lang="en-US" smtClean="0"/>
              <a:pPr/>
              <a:t>2/26/2026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3" y="0"/>
            <a:ext cx="556592"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82538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001715"/>
            <a:ext cx="4714880" cy="3360095"/>
          </a:xfrm>
        </p:spPr>
        <p:txBody>
          <a:bodyPr anchor="t">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714880" cy="1494474"/>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34030" y="3586"/>
            <a:ext cx="3154768"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845379" y="3586"/>
            <a:ext cx="898310" cy="630936"/>
          </a:xfrm>
        </p:spPr>
        <p:txBody>
          <a:bodyPr/>
          <a:lstStyle>
            <a:lvl1pPr>
              <a:defRPr>
                <a:solidFill>
                  <a:schemeClr val="bg1"/>
                </a:solidFill>
              </a:defRPr>
            </a:lvl1pPr>
          </a:lstStyle>
          <a:p>
            <a:fld id="{CDAA7185-3F7E-9249-BB9E-706C38E229BC}" type="datetime1">
              <a:rPr lang="en-US" smtClean="0"/>
              <a:pPr/>
              <a:t>2/26/2026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00270" y="3586"/>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284576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011936"/>
            <a:ext cx="7538425" cy="3172503"/>
          </a:xfrm>
        </p:spPr>
        <p:txBody>
          <a:bodyPr anchor="t">
            <a:normAutofit/>
          </a:bodyPr>
          <a:lstStyle>
            <a:lvl1pPr algn="l">
              <a:lnSpc>
                <a:spcPct val="90000"/>
              </a:lnSpc>
              <a:defRPr sz="6000" u="sng" cap="all" baseline="0">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7" y="4728525"/>
            <a:ext cx="7538425" cy="1494475"/>
          </a:xfrm>
        </p:spPr>
        <p:txBody>
          <a:bodyPr anchor="b">
            <a:normAutofit/>
          </a:bodyPr>
          <a:lstStyle>
            <a:lvl1pPr marL="0" indent="0" algn="l">
              <a:lnSpc>
                <a:spcPct val="75000"/>
              </a:lnSpc>
              <a:spcBef>
                <a:spcPts val="0"/>
              </a:spcBef>
              <a:spcAft>
                <a:spcPts val="600"/>
              </a:spcAft>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nSpc>
                <a:spcPct val="90000"/>
              </a:lnSpc>
              <a:defRPr>
                <a:latin typeface="+mj-lt"/>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nSpc>
                <a:spcPct val="90000"/>
              </a:lnSpc>
              <a:defRPr>
                <a:latin typeface="+mj-lt"/>
              </a:defRPr>
            </a:lvl1pPr>
          </a:lstStyle>
          <a:p>
            <a:fld id="{99A48728-1D9C-2F4B-9F0A-BC2AEDF455B4}" type="datetime1">
              <a:rPr lang="en-US" smtClean="0"/>
              <a:pPr/>
              <a:t>2/26/2026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lnSpc>
                <a:spcPct val="90000"/>
              </a:lnSpc>
              <a:defRPr>
                <a:latin typeface="+mj-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380794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1011936"/>
            <a:ext cx="8095016" cy="3335590"/>
          </a:xfrm>
        </p:spPr>
        <p:txBody>
          <a:bodyPr anchor="b">
            <a:normAutofit/>
          </a:bodyPr>
          <a:lstStyle>
            <a:lvl1pPr algn="l">
              <a:defRPr sz="6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8095015" cy="1117538"/>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7A5FDA9-B56F-3D40-BA5C-830FD973E5D1}" type="datetime1">
              <a:rPr lang="en-US" smtClean="0"/>
              <a:t>2/26/2026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89585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011936"/>
            <a:ext cx="7924802" cy="3350830"/>
          </a:xfrm>
        </p:spPr>
        <p:txBody>
          <a:bodyPr anchor="b">
            <a:normAutofit/>
          </a:bodyPr>
          <a:lstStyle>
            <a:lvl1pPr algn="ctr">
              <a:defRPr sz="6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2" y="4728526"/>
            <a:ext cx="7924801" cy="1117538"/>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5B04B425-AD26-2748-9379-4D52F1178C82}" type="datetime1">
              <a:rPr lang="en-US" smtClean="0"/>
              <a:pPr/>
              <a:t>2/26/2026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08562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bg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20502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accent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6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05051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32758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elcom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5652464" cy="2613336"/>
          </a:xfrm>
        </p:spPr>
        <p:txBody>
          <a:bodyPr anchor="b">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05F2758A-C3D6-E84B-B3E9-757EFEF52D55}"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3996050"/>
            <a:ext cx="5652464" cy="2226950"/>
          </a:xfrm>
        </p:spPr>
        <p:txBody>
          <a:bodyPr>
            <a:normAutofit/>
          </a:bodyPr>
          <a:lstStyle>
            <a:lvl1pPr>
              <a:lnSpc>
                <a:spcPct val="120000"/>
              </a:lnSpc>
              <a:spcAft>
                <a:spcPts val="0"/>
              </a:spcAft>
              <a:defRPr sz="1600">
                <a:solidFill>
                  <a:schemeClr val="tx1"/>
                </a:solidFill>
              </a:defRPr>
            </a:lvl1pPr>
            <a:lvl2pPr>
              <a:lnSpc>
                <a:spcPct val="120000"/>
              </a:lnSpc>
              <a:spcAft>
                <a:spcPts val="0"/>
              </a:spcAft>
              <a:defRPr sz="1600">
                <a:solidFill>
                  <a:schemeClr val="tx1"/>
                </a:solidFill>
              </a:defRPr>
            </a:lvl2pPr>
            <a:lvl3pPr>
              <a:lnSpc>
                <a:spcPct val="120000"/>
              </a:lnSpc>
              <a:spcAft>
                <a:spcPts val="0"/>
              </a:spcAft>
              <a:defRPr sz="1600">
                <a:solidFill>
                  <a:schemeClr val="tx1"/>
                </a:solidFill>
              </a:defRPr>
            </a:lvl3pPr>
            <a:lvl4pPr>
              <a:lnSpc>
                <a:spcPct val="120000"/>
              </a:lnSpc>
              <a:spcAft>
                <a:spcPts val="0"/>
              </a:spcAft>
              <a:defRPr sz="1600">
                <a:solidFill>
                  <a:schemeClr val="tx1"/>
                </a:solidFill>
              </a:defRPr>
            </a:lvl4pPr>
            <a:lvl5pPr>
              <a:lnSpc>
                <a:spcPct val="120000"/>
              </a:lnSpc>
              <a:spcAft>
                <a:spcPts val="0"/>
              </a:spcAft>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Picture Placeholder 7">
            <a:extLst>
              <a:ext uri="{FF2B5EF4-FFF2-40B4-BE49-F238E27FC236}">
                <a16:creationId xmlns:a16="http://schemas.microsoft.com/office/drawing/2014/main" id="{DEE8CE2C-7AFC-E265-19EB-F76884D5992B}"/>
              </a:ext>
            </a:extLst>
          </p:cNvPr>
          <p:cNvSpPr>
            <a:spLocks noGrp="1"/>
          </p:cNvSpPr>
          <p:nvPr>
            <p:ph type="pic" sz="quarter" idx="14"/>
          </p:nvPr>
        </p:nvSpPr>
        <p:spPr>
          <a:xfrm>
            <a:off x="6843095" y="630936"/>
            <a:ext cx="4714870" cy="5592064"/>
          </a:xfrm>
          <a:blipFill dpi="0" rotWithShape="1">
            <a:blip r:embed="rId2">
              <a:alphaModFix amt="60000"/>
            </a:blip>
            <a:srcRect/>
            <a:stretch>
              <a:fillRect l="-40" r="-40"/>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7791070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5"/>
            <a:ext cx="4663440" cy="2241233"/>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6000"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843095" y="0"/>
            <a:ext cx="2828918" cy="630936"/>
          </a:xfrm>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707112" y="0"/>
            <a:ext cx="914400" cy="630936"/>
          </a:xfrm>
        </p:spPr>
        <p:txBody>
          <a:bodyPr/>
          <a:lstStyle>
            <a:lvl1pPr>
              <a:defRPr>
                <a:solidFill>
                  <a:schemeClr val="tx1"/>
                </a:solidFill>
              </a:defRPr>
            </a:lvl1pPr>
          </a:lstStyle>
          <a:p>
            <a:fld id="{1EEECD8D-53A7-3A4F-8909-5ECB0FEF37FB}" type="datetime1">
              <a:rPr lang="en-US" smtClean="0"/>
              <a:pPr/>
              <a:t>2/26/2026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3623950"/>
            <a:ext cx="4663440" cy="2539106"/>
          </a:xfrm>
        </p:spPr>
        <p:txBody>
          <a:bodyPr>
            <a:normAutofit/>
          </a:bodyPr>
          <a:lstStyle>
            <a:lvl1pPr marL="457200" indent="-457200">
              <a:buFont typeface="+mj-lt"/>
              <a:buAutoNum type="arabicPeriod"/>
              <a:defRPr sz="2000">
                <a:solidFill>
                  <a:schemeClr val="tx1"/>
                </a:solidFill>
              </a:defRPr>
            </a:lvl1pPr>
            <a:lvl2pPr marL="571500" indent="-342900">
              <a:buFont typeface="+mj-lt"/>
              <a:buAutoNum type="arabicPeriod"/>
              <a:defRPr sz="1800">
                <a:solidFill>
                  <a:schemeClr val="tx1"/>
                </a:solidFill>
              </a:defRPr>
            </a:lvl2pPr>
            <a:lvl3pPr marL="800100" indent="-342900">
              <a:buFont typeface="+mj-lt"/>
              <a:buAutoNum type="arabicPeriod"/>
              <a:defRPr sz="1600">
                <a:solidFill>
                  <a:schemeClr val="tx1"/>
                </a:solidFill>
              </a:defRPr>
            </a:lvl3pPr>
            <a:lvl4pPr marL="1028700" indent="-342900">
              <a:buFont typeface="+mj-lt"/>
              <a:buAutoNum type="arabicPeriod"/>
              <a:defRPr sz="14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7243813"/>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2129475"/>
            <a:ext cx="4719430" cy="2599051"/>
          </a:xfrm>
        </p:spPr>
        <p:txBody>
          <a:bodyPr>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07E3B5C-D099-9543-A57D-129299D311F4}"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843095" y="2129475"/>
            <a:ext cx="4158283" cy="2599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48939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748474"/>
            <a:ext cx="4328498" cy="3726812"/>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FDDB5BF-28B0-5C4D-A64A-E611B8C77204}"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1748473"/>
            <a:ext cx="6209053" cy="372681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91722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81759"/>
            <a:ext cx="4347849" cy="4841241"/>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482B860-5E2A-1340-A6D3-E276E55F2222}"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1" y="1381759"/>
            <a:ext cx="6209054" cy="48412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28832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01715"/>
            <a:ext cx="4347850" cy="4855526"/>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8676C7A-4B29-7743-AB3A-5EEF28262A7C}"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1001715"/>
            <a:ext cx="6209053" cy="485552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61574937"/>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2" y="1001715"/>
            <a:ext cx="3385529" cy="5221285"/>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7826AE1-158D-A74A-A5C8-25E57C484C69}"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05935" y="1001715"/>
            <a:ext cx="7152029" cy="522128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6173699"/>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10923935" cy="1127760"/>
          </a:xfrm>
        </p:spPr>
        <p:txBody>
          <a:bodyPr>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FA1EC562-4E50-D34B-8F39-5DD0D018EB66}"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2495234"/>
            <a:ext cx="10923935" cy="372776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378588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9" y="1011936"/>
            <a:ext cx="8481400" cy="1484254"/>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3EDD5DD5-92AA-6440-87DE-277C532BE8AC}" type="datetime1">
              <a:rPr lang="en-US" smtClean="0"/>
              <a:pPr/>
              <a:t>2/26/2026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9" y="2877190"/>
            <a:ext cx="8481400" cy="3345810"/>
          </a:xfrm>
        </p:spPr>
        <p:txBody>
          <a:bodyPr>
            <a:normAutofit/>
          </a:bodyPr>
          <a:lstStyle>
            <a:lvl1pPr marL="457200" indent="-457200">
              <a:buFont typeface="+mj-lt"/>
              <a:buAutoNum type="arabicPeriod"/>
              <a:defRPr sz="2400">
                <a:solidFill>
                  <a:schemeClr val="tx1"/>
                </a:solidFill>
              </a:defRPr>
            </a:lvl1pPr>
            <a:lvl2pPr marL="685800" indent="-457200">
              <a:buFont typeface="+mj-lt"/>
              <a:buAutoNum type="arabicPeriod"/>
              <a:defRPr sz="2000">
                <a:solidFill>
                  <a:schemeClr val="tx1"/>
                </a:solidFill>
              </a:defRPr>
            </a:lvl2pPr>
            <a:lvl3pPr marL="800100" indent="-342900">
              <a:buFont typeface="+mj-lt"/>
              <a:buAutoNum type="arabicPeriod"/>
              <a:defRPr sz="1800">
                <a:solidFill>
                  <a:schemeClr val="tx1"/>
                </a:solidFill>
              </a:defRPr>
            </a:lvl3pPr>
            <a:lvl4pPr marL="1028700" indent="-342900">
              <a:buFont typeface="+mj-lt"/>
              <a:buAutoNum type="arabicPeriod"/>
              <a:defRPr sz="16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082704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1001714"/>
            <a:ext cx="6209053" cy="1122374"/>
          </a:xfrm>
        </p:spPr>
        <p:txBody>
          <a:bodyPr anchor="t"/>
          <a:lstStyle>
            <a:lvl1pPr>
              <a:defRPr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6843096" y="0"/>
            <a:ext cx="282891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700589" y="0"/>
            <a:ext cx="914400" cy="630936"/>
          </a:xfrm>
        </p:spPr>
        <p:txBody>
          <a:bodyPr/>
          <a:lstStyle>
            <a:lvl1pPr>
              <a:defRPr>
                <a:solidFill>
                  <a:schemeClr val="tx1"/>
                </a:solidFill>
              </a:defRPr>
            </a:lvl1pPr>
          </a:lstStyle>
          <a:p>
            <a:fld id="{33C78A78-9BD4-2540-9BAB-27AD9352B454}" type="datetime1">
              <a:rPr lang="en-US" smtClean="0"/>
              <a:pPr/>
              <a:t>2/26/2026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90490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496189"/>
            <a:ext cx="6209053" cy="372681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538579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209066" cy="1121419"/>
          </a:xfrm>
        </p:spPr>
        <p:txBody>
          <a:bodyPr anchor="t"/>
          <a:lstStyle>
            <a:lvl1pPr>
              <a:defRPr cap="all" baseline="0">
                <a:solidFill>
                  <a:schemeClr val="bg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34028" y="0"/>
            <a:ext cx="3181348" cy="630936"/>
          </a:xfrm>
        </p:spPr>
        <p:txBody>
          <a:bodyPr/>
          <a:lstStyle>
            <a:lvl1pPr>
              <a:defRPr>
                <a:solidFill>
                  <a:schemeClr val="bg1"/>
                </a:solidFill>
              </a:defRPr>
            </a:lvl1pPr>
          </a:lstStyle>
          <a:p>
            <a:r>
              <a:rPr lang="en-US" dirty="0"/>
              <a:t>SHAPING THE FUTURE OF OUR INDUSTRY</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859766" y="0"/>
            <a:ext cx="896113" cy="630936"/>
          </a:xfrm>
        </p:spPr>
        <p:txBody>
          <a:bodyPr/>
          <a:lstStyle>
            <a:lvl1pPr>
              <a:defRPr>
                <a:solidFill>
                  <a:schemeClr val="bg1"/>
                </a:solidFill>
              </a:defRPr>
            </a:lvl1pPr>
          </a:lstStyle>
          <a:p>
            <a:fld id="{6B5BCBD1-B884-5B4C-ACE8-81AA2A39E888}" type="datetime1">
              <a:rPr lang="en-US" smtClean="0"/>
              <a:pPr/>
              <a:t>2/26/2026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4800270"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209066"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262823" y="0"/>
            <a:ext cx="4929177"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48771762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05936" y="1001714"/>
            <a:ext cx="7152028" cy="1122374"/>
          </a:xfrm>
        </p:spPr>
        <p:txBody>
          <a:bodyPr anchor="t"/>
          <a:lstStyle>
            <a:lvl1pPr>
              <a:defRPr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547"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6871664" y="0"/>
            <a:ext cx="2800349" cy="630936"/>
          </a:xfrm>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9700589" y="0"/>
            <a:ext cx="914400" cy="630936"/>
          </a:xfrm>
        </p:spPr>
        <p:txBody>
          <a:bodyPr/>
          <a:lstStyle>
            <a:lvl1pPr>
              <a:defRPr>
                <a:solidFill>
                  <a:schemeClr val="bg1"/>
                </a:solidFill>
              </a:defRPr>
            </a:lvl1pPr>
          </a:lstStyle>
          <a:p>
            <a:fld id="{B561CBF7-6530-194B-9FC2-12E7E7738880}" type="datetime1">
              <a:rPr lang="en-US" smtClean="0"/>
              <a:pPr/>
              <a:t>2/26/2026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05936" y="2496189"/>
            <a:ext cx="7152028" cy="372681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926363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587506" cy="1112519"/>
          </a:xfrm>
        </p:spPr>
        <p:txBody>
          <a:bodyPr anchor="t"/>
          <a:lstStyle>
            <a:lvl1pPr>
              <a:defRPr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595451"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34028" y="0"/>
            <a:ext cx="3177059"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48478" y="0"/>
            <a:ext cx="914400" cy="630936"/>
          </a:xfrm>
        </p:spPr>
        <p:txBody>
          <a:bodyPr/>
          <a:lstStyle>
            <a:lvl1pPr>
              <a:defRPr>
                <a:solidFill>
                  <a:schemeClr val="bg1"/>
                </a:solidFill>
              </a:defRPr>
            </a:lvl1pPr>
          </a:lstStyle>
          <a:p>
            <a:fld id="{3FA5E271-D672-F147-B371-ABF5E56F00EC}" type="datetime1">
              <a:rPr lang="en-US" smtClean="0"/>
              <a:pPr/>
              <a:t>2/26/2026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800269" y="0"/>
            <a:ext cx="548641"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172454" y="0"/>
            <a:ext cx="4019545"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13845731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9803"/>
            <a:ext cx="4714869" cy="1109672"/>
          </a:xfrm>
        </p:spPr>
        <p:txBody>
          <a:bodyPr anchor="t"/>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43095" y="0"/>
            <a:ext cx="2828918"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0581" y="0"/>
            <a:ext cx="914407" cy="630936"/>
          </a:xfrm>
        </p:spPr>
        <p:txBody>
          <a:bodyPr/>
          <a:lstStyle>
            <a:lvl1pPr>
              <a:defRPr>
                <a:solidFill>
                  <a:schemeClr val="bg1"/>
                </a:solidFill>
                <a:effectLst/>
              </a:defRPr>
            </a:lvl1pPr>
          </a:lstStyle>
          <a:p>
            <a:fld id="{CC79DE5A-E0D1-2647-9D82-FBDAE5DFB807}"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43095" y="2514279"/>
            <a:ext cx="4714869" cy="37087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300439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4714881" cy="1108746"/>
          </a:xfrm>
        </p:spPr>
        <p:txBody>
          <a:bodyPr anchor="t"/>
          <a:lstStyle>
            <a:lvl1pPr>
              <a:defRPr sz="3200" cap="all" baseline="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515204"/>
            <a:ext cx="4714881"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30190" y="0"/>
            <a:ext cx="914400" cy="630936"/>
          </a:xfrm>
        </p:spPr>
        <p:txBody>
          <a:bodyPr/>
          <a:lstStyle>
            <a:lvl1pPr>
              <a:defRPr>
                <a:solidFill>
                  <a:schemeClr val="tx1"/>
                </a:solidFill>
              </a:defRPr>
            </a:lvl1pPr>
          </a:lstStyle>
          <a:p>
            <a:fld id="{7E69D102-A2FD-8743-85DB-14F8D0C32AC3}"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70"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343333337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1935"/>
            <a:ext cx="4714869" cy="1112153"/>
          </a:xfrm>
        </p:spPr>
        <p:txBody>
          <a:bodyPr anchor="b"/>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3237" y="0"/>
            <a:ext cx="2836870"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87910" y="0"/>
            <a:ext cx="927080" cy="630936"/>
          </a:xfrm>
        </p:spPr>
        <p:txBody>
          <a:bodyPr/>
          <a:lstStyle>
            <a:lvl1pPr>
              <a:defRPr>
                <a:solidFill>
                  <a:schemeClr val="tx1"/>
                </a:solidFill>
                <a:effectLst/>
              </a:defRPr>
            </a:lvl1pPr>
          </a:lstStyle>
          <a:p>
            <a:fld id="{FA9F1854-4AF0-ED49-AE83-182A816927B5}"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630936"/>
            <a:ext cx="5652469" cy="5592063"/>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61021" y="2496190"/>
            <a:ext cx="4696943" cy="372680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63904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4"/>
            <a:ext cx="4714880" cy="1121417"/>
          </a:xfrm>
        </p:spPr>
        <p:txBody>
          <a:bodyPr anchor="t"/>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48478" y="0"/>
            <a:ext cx="914400" cy="630936"/>
          </a:xfrm>
        </p:spPr>
        <p:txBody>
          <a:bodyPr/>
          <a:lstStyle>
            <a:lvl1pPr>
              <a:defRPr>
                <a:solidFill>
                  <a:schemeClr val="tx1"/>
                </a:solidFill>
              </a:defRPr>
            </a:lvl1pPr>
          </a:lstStyle>
          <a:p>
            <a:fld id="{6E8F57D1-DD5E-4E44-98C5-7D5639D55A57}"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69"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495233"/>
            <a:ext cx="4736136" cy="37277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33856495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2921"/>
            <a:ext cx="3385510" cy="1117539"/>
          </a:xfrm>
        </p:spPr>
        <p:txBody>
          <a:bodyPr anchor="t">
            <a:noAutofit/>
          </a:bodyPr>
          <a:lstStyle>
            <a:lvl1pPr>
              <a:defRPr sz="3200"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172454" y="0"/>
            <a:ext cx="1735843"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911643" y="0"/>
            <a:ext cx="700007" cy="630936"/>
          </a:xfrm>
        </p:spPr>
        <p:txBody>
          <a:bodyPr/>
          <a:lstStyle>
            <a:lvl1pPr>
              <a:defRPr>
                <a:solidFill>
                  <a:schemeClr val="tx1"/>
                </a:solidFill>
              </a:defRPr>
            </a:lvl1pPr>
          </a:lstStyle>
          <a:p>
            <a:fld id="{BDB83C81-A524-F840-ABC9-B6BB50E4A13C}" type="datetime1">
              <a:rPr lang="en-US" smtClean="0"/>
              <a:pPr/>
              <a:t>2/26/2026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09323"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4" y="2515204"/>
            <a:ext cx="3385510"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76502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3380187" cy="1108746"/>
          </a:xfrm>
        </p:spPr>
        <p:txBody>
          <a:bodyPr anchor="b">
            <a:no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08377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23140" y="0"/>
            <a:ext cx="716293" cy="630936"/>
          </a:xfrm>
        </p:spPr>
        <p:txBody>
          <a:bodyPr/>
          <a:lstStyle>
            <a:lvl1pPr>
              <a:defRPr>
                <a:solidFill>
                  <a:schemeClr val="tx1"/>
                </a:solidFill>
              </a:defRPr>
            </a:lvl1pPr>
          </a:lstStyle>
          <a:p>
            <a:fld id="{1BA8DA53-5E6D-4942-B673-3E50E3C9DB93}"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65575"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491461"/>
            <a:ext cx="3380313" cy="37315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0999036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4222"/>
            <a:ext cx="3385510" cy="1882967"/>
          </a:xfrm>
        </p:spPr>
        <p:txBody>
          <a:bodyPr anchor="b"/>
          <a:lstStyle>
            <a:lvl1pPr>
              <a:defRPr sz="3200" cap="all" baseline="0">
                <a:solidFill>
                  <a:schemeClr val="tx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172455" y="0"/>
            <a:ext cx="1735844"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916244" y="0"/>
            <a:ext cx="695406" cy="630936"/>
          </a:xfrm>
        </p:spPr>
        <p:txBody>
          <a:bodyPr/>
          <a:lstStyle>
            <a:lvl1pPr>
              <a:defRPr>
                <a:solidFill>
                  <a:schemeClr val="tx1"/>
                </a:solidFill>
                <a:effectLst/>
              </a:defRPr>
            </a:lvl1pPr>
          </a:lstStyle>
          <a:p>
            <a:fld id="{0BA35C60-A52E-0F44-95C1-79561B62B391}" type="datetime1">
              <a:rPr lang="en-US" smtClean="0"/>
              <a:pPr/>
              <a:t>2/26/2026</a:t>
            </a:fld>
            <a:endParaRPr lang="en-US" dirty="0"/>
          </a:p>
        </p:txBody>
      </p:sp>
      <p:sp>
        <p:nvSpPr>
          <p:cNvPr id="34" name="Slide Number Placeholder 9">
            <a:extLst>
              <a:ext uri="{FF2B5EF4-FFF2-40B4-BE49-F238E27FC236}">
                <a16:creationId xmlns:a16="http://schemas.microsoft.com/office/drawing/2014/main" id="{64F22B5B-7B07-4638-1ED2-E13EDE05C19E}"/>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4" y="3251766"/>
            <a:ext cx="3385510" cy="2971234"/>
          </a:xfrm>
        </p:spPr>
        <p:txBody>
          <a:bodyPr>
            <a:normAutofit/>
          </a:bodyPr>
          <a:lstStyle>
            <a:lvl1pPr marL="0" indent="0">
              <a:buNone/>
              <a:defRPr sz="1600">
                <a:solidFill>
                  <a:schemeClr val="tx1"/>
                </a:solidFill>
              </a:defRPr>
            </a:lvl1pPr>
            <a:lvl2pPr marL="228600" indent="0">
              <a:buNone/>
              <a:defRPr sz="1400">
                <a:solidFill>
                  <a:schemeClr val="tx1"/>
                </a:solidFill>
              </a:defRPr>
            </a:lvl2pPr>
            <a:lvl3pPr marL="457200" indent="0">
              <a:buNone/>
              <a:defRPr sz="1200">
                <a:solidFill>
                  <a:schemeClr val="tx1"/>
                </a:solidFill>
              </a:defRPr>
            </a:lvl3pPr>
            <a:lvl4pPr marL="685800" indent="0">
              <a:buNone/>
              <a:defRPr sz="1100">
                <a:solidFill>
                  <a:schemeClr val="tx1"/>
                </a:solidFill>
              </a:defRPr>
            </a:lvl4pPr>
            <a:lvl5pPr marL="914400" indent="0">
              <a:buNone/>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067405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5100628"/>
            <a:ext cx="4328498" cy="1122373"/>
          </a:xfrm>
        </p:spPr>
        <p:txBody>
          <a:bodyPr anchor="t">
            <a:no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728526"/>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100627"/>
            <a:ext cx="6208724" cy="1122373"/>
          </a:xfrm>
        </p:spPr>
        <p:txBody>
          <a:bodyPr>
            <a:noAutofit/>
          </a:bodyPr>
          <a:lstStyle>
            <a:lvl1pPr marL="0" indent="0">
              <a:buFont typeface="Arial" panose="020B0604020202020204" pitchFamily="34" charset="0"/>
              <a:buNone/>
              <a:defRPr sz="1600">
                <a:solidFill>
                  <a:schemeClr val="bg1"/>
                </a:solidFill>
              </a:defRPr>
            </a:lvl1pPr>
            <a:lvl2pPr marL="228600" indent="0">
              <a:buFont typeface="Arial" panose="020B0604020202020204" pitchFamily="34" charset="0"/>
              <a:buNone/>
              <a:defRPr sz="1400">
                <a:solidFill>
                  <a:schemeClr val="bg1"/>
                </a:solidFill>
              </a:defRPr>
            </a:lvl2pPr>
            <a:lvl3pPr marL="457200" indent="0">
              <a:buFont typeface="Arial" panose="020B0604020202020204" pitchFamily="34" charset="0"/>
              <a:buNone/>
              <a:defRPr sz="1200">
                <a:solidFill>
                  <a:schemeClr val="bg1"/>
                </a:solidFill>
              </a:defRPr>
            </a:lvl3pPr>
            <a:lvl4pPr marL="685800" indent="0">
              <a:buFont typeface="Arial" panose="020B0604020202020204" pitchFamily="34" charset="0"/>
              <a:buNone/>
              <a:defRPr sz="1100">
                <a:solidFill>
                  <a:schemeClr val="bg1"/>
                </a:solidFill>
              </a:defRPr>
            </a:lvl4pPr>
            <a:lvl5pPr marL="914400" indent="0">
              <a:buFont typeface="Arial" panose="020B0604020202020204" pitchFamily="34" charset="0"/>
              <a:buNone/>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625E8027-836D-F64B-BBF7-A246E67FE0A3}"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554981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4353866"/>
            <a:ext cx="2828932" cy="1869134"/>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4353866"/>
            <a:ext cx="7538412" cy="1869134"/>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04D38C6B-BFF0-FA48-8F70-77BDD72A014D}"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907202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27443"/>
            <a:ext cx="2828926" cy="1826790"/>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1861191"/>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0"/>
            <a:ext cx="2805405"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0"/>
            <a:ext cx="914400" cy="630936"/>
          </a:xfrm>
        </p:spPr>
        <p:txBody>
          <a:bodyPr/>
          <a:lstStyle>
            <a:lvl1pPr>
              <a:defRPr>
                <a:solidFill>
                  <a:schemeClr val="bg1"/>
                </a:solidFill>
              </a:defRPr>
            </a:lvl1pPr>
          </a:lstStyle>
          <a:p>
            <a:fld id="{E40AF01B-D893-9C4D-8AB8-7E6079CED5E9}"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68258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011936"/>
            <a:ext cx="10945318" cy="745437"/>
          </a:xfrm>
        </p:spPr>
        <p:txBody>
          <a:bodyPr anchor="t"/>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574623E1-10D5-C048-8991-E2228A964ED1}"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129474"/>
            <a:ext cx="6230450" cy="4093525"/>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7" y="2129474"/>
            <a:ext cx="4333867" cy="412819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903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1001715"/>
            <a:ext cx="4714881" cy="1121418"/>
          </a:xfrm>
        </p:spPr>
        <p:txBody>
          <a:bodyPr>
            <a:normAutofit/>
          </a:bodyPr>
          <a:lstStyle>
            <a:lvl1pPr>
              <a:defRPr sz="36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05DB6E09-373C-2841-960E-B24A18A7C55D}"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8" y="2495234"/>
            <a:ext cx="4706938" cy="3727766"/>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286499" y="1001715"/>
            <a:ext cx="5292853" cy="52212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915383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996695"/>
            <a:ext cx="3771907" cy="1126438"/>
          </a:xfrm>
        </p:spPr>
        <p:txBody>
          <a:bodyPr anchor="t">
            <a:norm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CB72DF-080D-4042-863C-D2B08AB5E1E8}"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2495234"/>
            <a:ext cx="3717934" cy="3727766"/>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1005779"/>
            <a:ext cx="6615116" cy="530294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618597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6" y="4531056"/>
            <a:ext cx="6209067" cy="1691943"/>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C5D9B6A-47DB-D845-97C7-9775E46E650D}"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7" y="630937"/>
            <a:ext cx="6209067" cy="3504335"/>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7229479" y="630937"/>
            <a:ext cx="4328485" cy="5592064"/>
          </a:xfrm>
        </p:spPr>
        <p:txBody>
          <a:bodyPr anchor="b">
            <a:normAutofit/>
          </a:bodyPr>
          <a:lstStyle>
            <a:lvl1pPr>
              <a:lnSpc>
                <a:spcPct val="120000"/>
              </a:lnSpc>
              <a:spcAft>
                <a:spcPts val="0"/>
              </a:spcAft>
              <a:defRPr sz="1600" b="0" i="0">
                <a:solidFill>
                  <a:schemeClr val="tx1"/>
                </a:solidFill>
                <a:latin typeface="+mn-lt"/>
              </a:defRPr>
            </a:lvl1pPr>
            <a:lvl2pPr>
              <a:lnSpc>
                <a:spcPct val="120000"/>
              </a:lnSpc>
              <a:spcAft>
                <a:spcPts val="0"/>
              </a:spcAft>
              <a:defRPr sz="1600" b="0" i="0">
                <a:solidFill>
                  <a:schemeClr val="tx1"/>
                </a:solidFill>
                <a:latin typeface="+mn-lt"/>
              </a:defRPr>
            </a:lvl2pPr>
            <a:lvl3pPr>
              <a:lnSpc>
                <a:spcPct val="120000"/>
              </a:lnSpc>
              <a:spcAft>
                <a:spcPts val="0"/>
              </a:spcAft>
              <a:defRPr sz="1600" b="0" i="0">
                <a:solidFill>
                  <a:schemeClr val="tx1"/>
                </a:solidFill>
                <a:latin typeface="+mn-lt"/>
              </a:defRPr>
            </a:lvl3pPr>
            <a:lvl4pPr>
              <a:lnSpc>
                <a:spcPct val="120000"/>
              </a:lnSpc>
              <a:spcAft>
                <a:spcPts val="0"/>
              </a:spcAft>
              <a:defRPr sz="1600" b="0" i="0">
                <a:solidFill>
                  <a:schemeClr val="tx1"/>
                </a:solidFill>
                <a:latin typeface="+mn-lt"/>
              </a:defRPr>
            </a:lvl4pPr>
            <a:lvl5pPr>
              <a:lnSpc>
                <a:spcPct val="120000"/>
              </a:lnSpc>
              <a:spcAft>
                <a:spcPts val="0"/>
              </a:spcAft>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508213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4015" y="5109526"/>
            <a:ext cx="6209079" cy="1113474"/>
          </a:xfrm>
        </p:spPr>
        <p:txBody>
          <a:bodyPr>
            <a:normAutofit/>
          </a:bodyPr>
          <a:lstStyle>
            <a:lvl1pPr>
              <a:lnSpc>
                <a:spcPct val="12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2" y="1011935"/>
            <a:ext cx="10923942" cy="3716591"/>
          </a:xfrm>
        </p:spPr>
        <p:txBody>
          <a:bodyPr anchor="b">
            <a:noAutofit/>
          </a:bodyPr>
          <a:lstStyle>
            <a:lvl1pPr marL="0" indent="0">
              <a:lnSpc>
                <a:spcPct val="90000"/>
              </a:lnSpc>
              <a:spcBef>
                <a:spcPts val="0"/>
              </a:spcBef>
              <a:buNone/>
              <a:defRPr sz="28000" b="0" i="0">
                <a:solidFill>
                  <a:schemeClr val="tx1"/>
                </a:solidFill>
                <a:latin typeface="+mn-lt"/>
              </a:defRPr>
            </a:lvl1pPr>
          </a:lstStyle>
          <a:p>
            <a:pPr lvl="0"/>
            <a:r>
              <a:rPr lang="en-US" dirty="0"/>
              <a:t>##%</a:t>
            </a:r>
          </a:p>
        </p:txBody>
      </p:sp>
    </p:spTree>
    <p:extLst>
      <p:ext uri="{BB962C8B-B14F-4D97-AF65-F5344CB8AC3E}">
        <p14:creationId xmlns:p14="http://schemas.microsoft.com/office/powerpoint/2010/main" val="5678024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113474"/>
          </a:xfrm>
        </p:spPr>
        <p:txBody>
          <a:bodyPr>
            <a:normAutofit/>
          </a:bodyPr>
          <a:lstStyle>
            <a:lvl1pPr algn="ctr">
              <a:lnSpc>
                <a:spcPct val="110000"/>
              </a:lnSpc>
              <a:defRPr sz="2800" b="0">
                <a:solidFill>
                  <a:schemeClr val="bg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5"/>
            <a:ext cx="10923935" cy="3716591"/>
          </a:xfrm>
        </p:spPr>
        <p:txBody>
          <a:bodyPr anchor="b">
            <a:noAutofit/>
          </a:bodyPr>
          <a:lstStyle>
            <a:lvl1pPr marL="0" indent="0" algn="ctr">
              <a:lnSpc>
                <a:spcPct val="90000"/>
              </a:lnSpc>
              <a:buNone/>
              <a:defRPr sz="28000" b="0" i="0">
                <a:solidFill>
                  <a:schemeClr val="bg1"/>
                </a:solidFill>
                <a:latin typeface="+mn-lt"/>
              </a:defRPr>
            </a:lvl1pPr>
          </a:lstStyle>
          <a:p>
            <a:pPr lvl="0"/>
            <a:r>
              <a:rPr lang="en-US" dirty="0"/>
              <a:t>##%</a:t>
            </a:r>
          </a:p>
        </p:txBody>
      </p:sp>
    </p:spTree>
    <p:extLst>
      <p:ext uri="{BB962C8B-B14F-4D97-AF65-F5344CB8AC3E}">
        <p14:creationId xmlns:p14="http://schemas.microsoft.com/office/powerpoint/2010/main" val="2374876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245554"/>
          </a:xfrm>
        </p:spPr>
        <p:txBody>
          <a:bodyPr>
            <a:normAutofit/>
          </a:bodyPr>
          <a:lstStyle>
            <a:lvl1pPr algn="ctr">
              <a:lnSpc>
                <a:spcPct val="110000"/>
              </a:lnSpc>
              <a:defRPr sz="2800" b="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6"/>
            <a:ext cx="10923935" cy="3665730"/>
          </a:xfrm>
        </p:spPr>
        <p:txBody>
          <a:bodyPr anchor="t">
            <a:noAutofit/>
          </a:bodyPr>
          <a:lstStyle>
            <a:lvl1pPr marL="0" indent="0" algn="ctr">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333540929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214781656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accent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accent1"/>
                </a:solidFill>
                <a:latin typeface="+mn-lt"/>
              </a:defRPr>
            </a:lvl1pPr>
          </a:lstStyle>
          <a:p>
            <a:pPr lvl="0"/>
            <a:r>
              <a:rPr lang="en-US" dirty="0"/>
              <a:t>##%</a:t>
            </a:r>
          </a:p>
        </p:txBody>
      </p:sp>
    </p:spTree>
    <p:extLst>
      <p:ext uri="{BB962C8B-B14F-4D97-AF65-F5344CB8AC3E}">
        <p14:creationId xmlns:p14="http://schemas.microsoft.com/office/powerpoint/2010/main" val="267266195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95663"/>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A2AD571-8A42-FC4D-8DD1-0DD76ABF057B}" type="datetime1">
              <a:rPr lang="en-US" smtClean="0"/>
              <a:pPr/>
              <a:t>2/26/2026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1001715"/>
            <a:ext cx="8502777" cy="5221286"/>
          </a:xfrm>
        </p:spPr>
        <p:txBody>
          <a:bodyPr anchor="ctr">
            <a:noAutofit/>
          </a:bodyPr>
          <a:lstStyle>
            <a:lvl1pPr marL="0" indent="0">
              <a:lnSpc>
                <a:spcPct val="100000"/>
              </a:lnSpc>
              <a:buNone/>
              <a:defRPr sz="5400" b="1" u="sng">
                <a:solidFill>
                  <a:schemeClr val="bg1"/>
                </a:solidFill>
              </a:defRPr>
            </a:lvl1pPr>
            <a:lvl2pPr marL="228600" indent="0">
              <a:lnSpc>
                <a:spcPct val="100000"/>
              </a:lnSpc>
              <a:buNone/>
              <a:defRPr sz="4800" b="1" u="sng">
                <a:solidFill>
                  <a:schemeClr val="bg1"/>
                </a:solidFill>
              </a:defRPr>
            </a:lvl2pPr>
            <a:lvl3pPr marL="457200" indent="0">
              <a:lnSpc>
                <a:spcPct val="100000"/>
              </a:lnSpc>
              <a:buNone/>
              <a:defRPr sz="4400" b="1" u="sng">
                <a:solidFill>
                  <a:schemeClr val="bg1"/>
                </a:solidFill>
              </a:defRPr>
            </a:lvl3pPr>
            <a:lvl4pPr marL="685800" indent="0">
              <a:lnSpc>
                <a:spcPct val="100000"/>
              </a:lnSpc>
              <a:buNone/>
              <a:defRPr sz="4000" b="1" u="sng">
                <a:solidFill>
                  <a:schemeClr val="bg1"/>
                </a:solidFill>
              </a:defRPr>
            </a:lvl4pPr>
            <a:lvl5pPr marL="914400" indent="0">
              <a:lnSpc>
                <a:spcPct val="100000"/>
              </a:lnSpc>
              <a:buNone/>
              <a:defRPr sz="3600" b="1" u="sng">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8987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007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43F588B4-CB59-614E-93AB-9F331D0D8D83}" type="datetime1">
              <a:rPr lang="en-US" smtClean="0"/>
              <a:pPr/>
              <a:t>2/26/2026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764792"/>
            <a:ext cx="8481400" cy="4458208"/>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5408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EA8851A9-1959-C54C-A050-24BB5C598FE4}" type="datetime1">
              <a:rPr lang="en-US" smtClean="0"/>
              <a:pPr/>
              <a:t>2/26/2026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011936"/>
            <a:ext cx="8481400" cy="5211064"/>
          </a:xfrm>
        </p:spPr>
        <p:txBody>
          <a:bodyPr anchor="t">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68504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accent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432BBD40-9FB7-E148-AC1B-3919D230BEB1}" type="datetime1">
              <a:rPr lang="en-US" smtClean="0"/>
              <a:pPr/>
              <a:t>2/26/2026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1011936"/>
            <a:ext cx="9074511" cy="5211064"/>
          </a:xfrm>
        </p:spPr>
        <p:txBody>
          <a:bodyPr anchor="b">
            <a:noAutofit/>
          </a:bodyPr>
          <a:lstStyle>
            <a:lvl1pPr marL="0" indent="0">
              <a:lnSpc>
                <a:spcPct val="100000"/>
              </a:lnSpc>
              <a:buNone/>
              <a:defRPr sz="6000" b="1" i="0" u="sng">
                <a:solidFill>
                  <a:schemeClr val="accent1"/>
                </a:solidFill>
                <a:latin typeface="+mj-lt"/>
              </a:defRPr>
            </a:lvl1pPr>
            <a:lvl2pPr marL="228600" indent="0">
              <a:lnSpc>
                <a:spcPct val="100000"/>
              </a:lnSpc>
              <a:buNone/>
              <a:defRPr sz="4400" b="1" i="0">
                <a:solidFill>
                  <a:schemeClr val="accent1"/>
                </a:solidFill>
                <a:latin typeface="+mj-lt"/>
              </a:defRPr>
            </a:lvl2pPr>
            <a:lvl3pPr marL="457200" indent="0">
              <a:lnSpc>
                <a:spcPct val="100000"/>
              </a:lnSpc>
              <a:buNone/>
              <a:defRPr sz="4000" b="1" i="0">
                <a:solidFill>
                  <a:schemeClr val="accent1"/>
                </a:solidFill>
                <a:latin typeface="+mj-lt"/>
              </a:defRPr>
            </a:lvl3pPr>
            <a:lvl4pPr marL="685800" indent="0">
              <a:lnSpc>
                <a:spcPct val="100000"/>
              </a:lnSpc>
              <a:buNone/>
              <a:defRPr sz="3600" b="1" i="0">
                <a:solidFill>
                  <a:schemeClr val="accent1"/>
                </a:solidFill>
                <a:latin typeface="+mj-lt"/>
              </a:defRPr>
            </a:lvl4pPr>
            <a:lvl5pPr marL="914400" indent="0">
              <a:lnSpc>
                <a:spcPct val="100000"/>
              </a:lnSpc>
              <a:buNone/>
              <a:defRPr sz="3200" b="1"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0430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475284"/>
            <a:ext cx="9037984"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6B7B831F-0525-DF47-A6D2-509FE238C6D0}" type="datetime1">
              <a:rPr lang="en-US" smtClean="0"/>
              <a:pPr/>
              <a:t>2/26/2026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77004" y="1005779"/>
            <a:ext cx="9037985" cy="4103745"/>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30690378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69066" y="5475285"/>
            <a:ext cx="9045923" cy="747715"/>
          </a:xfrm>
        </p:spPr>
        <p:txBody>
          <a:bodyPr anchor="ctr">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43EBDBC-CFAC-9946-A2F3-D6402690E4D2}" type="datetime1">
              <a:rPr lang="en-US" smtClean="0"/>
              <a:pPr/>
              <a:t>2/26/2026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9066" y="1001715"/>
            <a:ext cx="9053874" cy="4107810"/>
          </a:xfrm>
        </p:spPr>
        <p:txBody>
          <a:bodyPr anchor="b">
            <a:normAutofit/>
          </a:bodyPr>
          <a:lstStyle>
            <a:lvl1pPr marL="164592" indent="-164592">
              <a:lnSpc>
                <a:spcPct val="100000"/>
              </a:lnSpc>
              <a:spcBef>
                <a:spcPts val="0"/>
              </a:spcBef>
              <a:buNone/>
              <a:defRPr sz="600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63340300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475285"/>
            <a:ext cx="9074512"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F542C378-8FD2-C449-B7AA-6F7022066293}" type="datetime1">
              <a:rPr lang="en-US" smtClean="0"/>
              <a:pPr/>
              <a:t>2/26/2026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11936"/>
            <a:ext cx="9037985" cy="3716590"/>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18158825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40203"/>
            <a:ext cx="10923934" cy="1099006"/>
          </a:xfrm>
        </p:spPr>
        <p:txBody>
          <a:bodyPr anchor="t">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5AA9746-49E3-1D49-A044-597FC2272B5D}" type="datetime1">
              <a:rPr lang="en-US" smtClean="0"/>
              <a:pPr/>
              <a:t>2/26/2026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tx1"/>
                </a:solidFill>
                <a:latin typeface="+mn-lt"/>
              </a:defRPr>
            </a:lvl1pPr>
          </a:lstStyle>
          <a:p>
            <a:pPr lvl="0"/>
            <a:r>
              <a:rPr lang="en-US" dirty="0"/>
              <a:t>Click to add Quote</a:t>
            </a:r>
          </a:p>
        </p:txBody>
      </p:sp>
    </p:spTree>
    <p:extLst>
      <p:ext uri="{BB962C8B-B14F-4D97-AF65-F5344CB8AC3E}">
        <p14:creationId xmlns:p14="http://schemas.microsoft.com/office/powerpoint/2010/main" val="364760621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1001715"/>
            <a:ext cx="10923934" cy="747715"/>
          </a:xfrm>
        </p:spPr>
        <p:txBody>
          <a:bodyPr anchor="t">
            <a:normAutofit/>
          </a:bodyPr>
          <a:lstStyle>
            <a:lvl1pPr>
              <a:lnSpc>
                <a:spcPct val="120000"/>
              </a:lnSpc>
              <a:defRPr sz="2000" u="none">
                <a:solidFill>
                  <a:schemeClr val="accent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1"/>
                </a:solidFill>
              </a:defRPr>
            </a:lvl1pPr>
          </a:lstStyle>
          <a:p>
            <a:fld id="{55AA9746-49E3-1D49-A044-597FC2272B5D}" type="datetime1">
              <a:rPr lang="en-US" smtClean="0"/>
              <a:pPr/>
              <a:t>2/26/2026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accent1"/>
                </a:solidFill>
                <a:latin typeface="+mn-lt"/>
              </a:defRPr>
            </a:lvl1pPr>
          </a:lstStyle>
          <a:p>
            <a:pPr lvl="0"/>
            <a:r>
              <a:rPr lang="en-US" dirty="0"/>
              <a:t>Click to add Quote</a:t>
            </a:r>
          </a:p>
        </p:txBody>
      </p:sp>
    </p:spTree>
    <p:extLst>
      <p:ext uri="{BB962C8B-B14F-4D97-AF65-F5344CB8AC3E}">
        <p14:creationId xmlns:p14="http://schemas.microsoft.com/office/powerpoint/2010/main" val="2587229458"/>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1010613"/>
            <a:ext cx="10945189" cy="746759"/>
          </a:xfrm>
        </p:spPr>
        <p:txBody>
          <a:bodyPr/>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CB7BE2A0-CBC1-A842-B334-0B3B571BCC28}" type="datetime1">
              <a:rPr lang="en-US" smtClean="0"/>
              <a:pPr/>
              <a:t>2/26/2026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2129474"/>
            <a:ext cx="5271473" cy="40935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3941" y="2129475"/>
            <a:ext cx="5274021" cy="409352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37427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28" y="1010614"/>
            <a:ext cx="10923934" cy="746760"/>
          </a:xfrm>
        </p:spPr>
        <p:txBody>
          <a:bodyPr/>
          <a:lstStyle>
            <a:lvl1pPr>
              <a:defRPr cap="all" baseline="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bg1"/>
                </a:solidFill>
              </a:defRPr>
            </a:lvl1pPr>
          </a:lstStyle>
          <a:p>
            <a:fld id="{354D687F-3261-A345-B9E7-76DD0579BB9D}" type="datetime1">
              <a:rPr lang="en-US" smtClean="0"/>
              <a:pPr/>
              <a:t>2/26/2026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28" y="2120575"/>
            <a:ext cx="5271474" cy="375613"/>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3940" y="2120575"/>
            <a:ext cx="5274023" cy="375614"/>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877190"/>
            <a:ext cx="5266092"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877190"/>
            <a:ext cx="5271464"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46233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29" y="1011936"/>
            <a:ext cx="10923935" cy="1865254"/>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bg1"/>
                </a:solidFill>
              </a:defRPr>
            </a:lvl1pPr>
          </a:lstStyle>
          <a:p>
            <a:fld id="{25C9DF99-DDC2-894B-B2EC-BE93B405C6CB}" type="datetime1">
              <a:rPr lang="en-US" smtClean="0"/>
              <a:pPr/>
              <a:t>2/26/2026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275817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bg1"/>
                </a:solidFill>
              </a:defRPr>
            </a:lvl1pPr>
          </a:lstStyle>
          <a:p>
            <a:fld id="{C7E1AAE6-D11F-2F46-A437-EC693200CDD7}" type="datetime1">
              <a:rPr lang="en-US" smtClean="0"/>
              <a:pPr/>
              <a:t>2/26/2026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0330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9" y="996695"/>
            <a:ext cx="3763961" cy="1314426"/>
          </a:xfrm>
        </p:spPr>
        <p:txBody>
          <a:bodyPr anchor="t">
            <a:normAutofit/>
          </a:bodyPr>
          <a:lstStyle>
            <a:lvl1pPr>
              <a:defRPr sz="28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3D95903C-EDC1-ED4F-958F-696903391605}" type="datetime1">
              <a:rPr lang="en-US" smtClean="0"/>
              <a:pPr/>
              <a:t>2/26/2026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8" y="2495234"/>
            <a:ext cx="3763961" cy="3727766"/>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70474" y="1005779"/>
            <a:ext cx="6604492" cy="5217221"/>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505549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30936"/>
            <a:ext cx="3793283" cy="2246253"/>
          </a:xfrm>
        </p:spPr>
        <p:txBody>
          <a:bodyPr anchor="t">
            <a:normAutofit/>
          </a:bodyPr>
          <a:lstStyle>
            <a:lvl1pPr>
              <a:defRPr sz="2800"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bg1"/>
                </a:solidFill>
              </a:defRPr>
            </a:lvl1pPr>
          </a:lstStyle>
          <a:p>
            <a:fld id="{B0DC713B-25C9-B74A-9BBC-A695A5E98312}" type="datetime1">
              <a:rPr lang="en-US" smtClean="0"/>
              <a:pPr/>
              <a:t>2/26/2026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1" y="3242949"/>
            <a:ext cx="3763969" cy="3017826"/>
          </a:xfrm>
        </p:spPr>
        <p:txBody>
          <a:bodyPr anchor="b"/>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62523" y="630937"/>
            <a:ext cx="6616830" cy="5592064"/>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1326498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982085"/>
            <a:ext cx="7538425" cy="1895105"/>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1D5279E-0E3B-B54D-9B59-E121D9B3AFDB}"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28" y="3242949"/>
            <a:ext cx="10923935" cy="2980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23946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8481400" cy="1852292"/>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C9E747C-1B1C-1345-96BA-B9E64C23A7BC}"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3614097"/>
            <a:ext cx="8481400" cy="1861187"/>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2122885"/>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7731038" cy="3346766"/>
          </a:xfrm>
        </p:spPr>
        <p:txBody>
          <a:bodyPr anchor="b">
            <a:noAutofit/>
          </a:bodyPr>
          <a:lstStyle>
            <a:lvl1pPr>
              <a:defRPr sz="6000" cap="all" baseline="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accent1"/>
                </a:solidFill>
              </a:defRPr>
            </a:lvl1pPr>
          </a:lstStyle>
          <a:p>
            <a:fld id="{09DA23C4-A9FB-DB4A-B7DD-A0A5161EF3E0}" type="datetime1">
              <a:rPr lang="en-US" smtClean="0"/>
              <a:pPr/>
              <a:t>2/26/2026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5109526"/>
            <a:ext cx="6595450" cy="1113474"/>
          </a:xfrm>
        </p:spPr>
        <p:txBody>
          <a:bodyPr>
            <a:noAutofit/>
          </a:bodyPr>
          <a:lstStyle>
            <a:lvl1pPr marL="0" indent="0">
              <a:buNone/>
              <a:defRPr sz="2000" b="1" i="0">
                <a:solidFill>
                  <a:schemeClr val="accent1"/>
                </a:solidFill>
                <a:latin typeface="+mj-lt"/>
              </a:defRPr>
            </a:lvl1pPr>
            <a:lvl2pPr marL="228600" indent="0">
              <a:buNone/>
              <a:defRPr sz="2000" b="1" i="0">
                <a:solidFill>
                  <a:schemeClr val="accent1"/>
                </a:solidFill>
                <a:latin typeface="+mj-lt"/>
              </a:defRPr>
            </a:lvl2pPr>
            <a:lvl3pPr marL="457200" indent="0">
              <a:buNone/>
              <a:defRPr sz="2000" b="1" i="0">
                <a:solidFill>
                  <a:schemeClr val="accent1"/>
                </a:solidFill>
                <a:latin typeface="+mj-lt"/>
              </a:defRPr>
            </a:lvl3pPr>
            <a:lvl4pPr marL="685800" indent="0">
              <a:buNone/>
              <a:defRPr sz="2000" b="1" i="0">
                <a:solidFill>
                  <a:schemeClr val="accent1"/>
                </a:solidFill>
                <a:latin typeface="+mj-lt"/>
              </a:defRPr>
            </a:lvl4pPr>
            <a:lvl5pPr marL="914400" indent="0">
              <a:buNone/>
              <a:defRPr sz="2000" b="1" i="0">
                <a:solidFill>
                  <a:schemeClr val="accent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602788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29" y="1001714"/>
            <a:ext cx="10923935" cy="149447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708540" y="0"/>
            <a:ext cx="914400" cy="630936"/>
          </a:xfrm>
          <a:prstGeom prst="rect">
            <a:avLst/>
          </a:prstGeom>
        </p:spPr>
        <p:txBody>
          <a:bodyPr vert="horz" lIns="91440" tIns="45720" rIns="91440" bIns="45720" rtlCol="0" anchor="ctr"/>
          <a:lstStyle>
            <a:lvl1pPr algn="r">
              <a:defRPr sz="900">
                <a:solidFill>
                  <a:schemeClr val="bg1"/>
                </a:solidFill>
                <a:latin typeface="+mj-lt"/>
              </a:defRPr>
            </a:lvl1pPr>
          </a:lstStyle>
          <a:p>
            <a:fld id="{D90E5A07-4FDA-D34C-BE60-17876FEEBAA5}" type="datetime1">
              <a:rPr lang="en-US" smtClean="0"/>
              <a:pPr/>
              <a:t>2/26/2026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34029" y="0"/>
            <a:ext cx="3657600" cy="630936"/>
          </a:xfrm>
          <a:prstGeom prst="rect">
            <a:avLst/>
          </a:prstGeom>
        </p:spPr>
        <p:txBody>
          <a:bodyPr vert="horz" lIns="91440" tIns="45720" rIns="91440" bIns="45720" rtlCol="0" anchor="ctr"/>
          <a:lstStyle>
            <a:lvl1pPr algn="l">
              <a:defRPr sz="900">
                <a:solidFill>
                  <a:schemeClr val="bg1"/>
                </a:solidFill>
                <a:latin typeface="+mj-lt"/>
              </a:defRPr>
            </a:lvl1pPr>
          </a:lstStyle>
          <a:p>
            <a:r>
              <a:rPr lang="en-US" dirty="0"/>
              <a:t>SHAPING THE FUTURE OF OUR INDUSTRY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9324" y="0"/>
            <a:ext cx="548640" cy="630936"/>
          </a:xfrm>
          <a:prstGeom prst="rect">
            <a:avLst/>
          </a:prstGeom>
        </p:spPr>
        <p:txBody>
          <a:bodyPr vert="horz" lIns="91440" tIns="45720" rIns="91440" bIns="45720" rtlCol="0" anchor="ctr"/>
          <a:lstStyle>
            <a:lvl1pPr algn="r">
              <a:defRPr sz="900" b="1" i="0">
                <a:solidFill>
                  <a:schemeClr val="bg1"/>
                </a:solidFill>
                <a:latin typeface="+mj-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2877190"/>
            <a:ext cx="10923935" cy="33458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997369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9" r:id="rId5"/>
    <p:sldLayoutId id="2147483780" r:id="rId6"/>
    <p:sldLayoutId id="2147483781" r:id="rId7"/>
    <p:sldLayoutId id="2147483782" r:id="rId8"/>
    <p:sldLayoutId id="2147483832" r:id="rId9"/>
    <p:sldLayoutId id="2147483783" r:id="rId10"/>
    <p:sldLayoutId id="214748383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 id="2147483813" r:id="rId41"/>
    <p:sldLayoutId id="2147483814" r:id="rId42"/>
    <p:sldLayoutId id="214748383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35" r:id="rId52"/>
    <p:sldLayoutId id="2147483823" r:id="rId53"/>
    <p:sldLayoutId id="2147483824" r:id="rId54"/>
    <p:sldLayoutId id="2147483825" r:id="rId55"/>
    <p:sldLayoutId id="2147483826" r:id="rId56"/>
    <p:sldLayoutId id="2147483827" r:id="rId57"/>
    <p:sldLayoutId id="2147483828" r:id="rId58"/>
    <p:sldLayoutId id="2147483829" r:id="rId59"/>
    <p:sldLayoutId id="2147483830" r:id="rId60"/>
    <p:sldLayoutId id="2147483831" r:id="rId61"/>
  </p:sldLayoutIdLst>
  <p:hf sldNum="0" hdr="0" ftr="0" dt="0"/>
  <p:txStyles>
    <p:titleStyle>
      <a:lvl1pPr algn="l" defTabSz="914400" rtl="0" eaLnBrk="1" latinLnBrk="0" hangingPunct="1">
        <a:lnSpc>
          <a:spcPct val="90000"/>
        </a:lnSpc>
        <a:spcBef>
          <a:spcPct val="0"/>
        </a:spcBef>
        <a:buNone/>
        <a:defRPr sz="6000" b="1" u="sng"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2pPr>
      <a:lvl3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3pPr>
      <a:lvl4pPr marL="914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bg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2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608C23-AAC7-24F5-F2C0-159F3F981C2A}"/>
              </a:ext>
            </a:extLst>
          </p:cNvPr>
          <p:cNvSpPr>
            <a:spLocks noGrp="1"/>
          </p:cNvSpPr>
          <p:nvPr>
            <p:ph type="ctrTitle"/>
          </p:nvPr>
        </p:nvSpPr>
        <p:spPr>
          <a:xfrm>
            <a:off x="634029" y="634999"/>
            <a:ext cx="7152035" cy="5588001"/>
          </a:xfrm>
        </p:spPr>
        <p:txBody>
          <a:bodyPr>
            <a:normAutofit/>
          </a:bodyPr>
          <a:lstStyle/>
          <a:p>
            <a:r>
              <a:rPr lang="en-US" sz="4800" dirty="0"/>
              <a:t>Network+ Wi-Fi  coffeeshop installation</a:t>
            </a:r>
          </a:p>
        </p:txBody>
      </p:sp>
      <p:sp>
        <p:nvSpPr>
          <p:cNvPr id="6" name="Subtitle 5">
            <a:extLst>
              <a:ext uri="{FF2B5EF4-FFF2-40B4-BE49-F238E27FC236}">
                <a16:creationId xmlns:a16="http://schemas.microsoft.com/office/drawing/2014/main" id="{BDE37C8C-B9EB-77D8-9402-9E66A29BE49B}"/>
              </a:ext>
            </a:extLst>
          </p:cNvPr>
          <p:cNvSpPr>
            <a:spLocks noGrp="1"/>
          </p:cNvSpPr>
          <p:nvPr>
            <p:ph type="subTitle" idx="1"/>
          </p:nvPr>
        </p:nvSpPr>
        <p:spPr>
          <a:xfrm>
            <a:off x="8172448" y="634999"/>
            <a:ext cx="3385516" cy="1494477"/>
          </a:xfrm>
        </p:spPr>
        <p:txBody>
          <a:bodyPr/>
          <a:lstStyle/>
          <a:p>
            <a:r>
              <a:rPr lang="en-US" dirty="0"/>
              <a:t>Presented by: Antonio Mendez</a:t>
            </a:r>
          </a:p>
          <a:p>
            <a:r>
              <a:rPr lang="en-US" b="0" dirty="0"/>
              <a:t>LAN-121-350 | Professor Lamberth</a:t>
            </a:r>
          </a:p>
        </p:txBody>
      </p:sp>
    </p:spTree>
    <p:extLst>
      <p:ext uri="{BB962C8B-B14F-4D97-AF65-F5344CB8AC3E}">
        <p14:creationId xmlns:p14="http://schemas.microsoft.com/office/powerpoint/2010/main" val="396911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B9519-237E-F154-0775-DC5A3CDF75BA}"/>
              </a:ext>
            </a:extLst>
          </p:cNvPr>
          <p:cNvSpPr>
            <a:spLocks noGrp="1"/>
          </p:cNvSpPr>
          <p:nvPr>
            <p:ph type="title"/>
          </p:nvPr>
        </p:nvSpPr>
        <p:spPr>
          <a:xfrm>
            <a:off x="255639" y="565354"/>
            <a:ext cx="3220368" cy="626608"/>
          </a:xfrm>
        </p:spPr>
        <p:txBody>
          <a:bodyPr/>
          <a:lstStyle/>
          <a:p>
            <a:pPr algn="ctr"/>
            <a:r>
              <a:rPr lang="en-US" sz="3200" dirty="0"/>
              <a:t>Introduction</a:t>
            </a:r>
          </a:p>
        </p:txBody>
      </p:sp>
      <p:sp>
        <p:nvSpPr>
          <p:cNvPr id="3" name="Content Placeholder 2">
            <a:extLst>
              <a:ext uri="{FF2B5EF4-FFF2-40B4-BE49-F238E27FC236}">
                <a16:creationId xmlns:a16="http://schemas.microsoft.com/office/drawing/2014/main" id="{638ACC6B-C7FD-0935-2022-57CCC9D64B5D}"/>
              </a:ext>
            </a:extLst>
          </p:cNvPr>
          <p:cNvSpPr>
            <a:spLocks noGrp="1"/>
          </p:cNvSpPr>
          <p:nvPr>
            <p:ph idx="1"/>
          </p:nvPr>
        </p:nvSpPr>
        <p:spPr>
          <a:xfrm>
            <a:off x="255639" y="2118088"/>
            <a:ext cx="6243484" cy="3053680"/>
          </a:xfrm>
        </p:spPr>
        <p:txBody>
          <a:bodyPr>
            <a:noAutofit/>
          </a:bodyPr>
          <a:lstStyle/>
          <a:p>
            <a:pPr marL="0" indent="0">
              <a:buNone/>
            </a:pPr>
            <a:r>
              <a:rPr lang="en-US" dirty="0"/>
              <a:t>My goal is to implement a network for at a local coffee shop. Where both the staff and clients have fast speed internet. I want to implement a network where more than 40 clients can be in the same network at the coffee shop while using their devices on a good network.</a:t>
            </a:r>
          </a:p>
          <a:p>
            <a:pPr marL="0" indent="0">
              <a:buNone/>
            </a:pPr>
            <a:r>
              <a:rPr lang="en-US" dirty="0"/>
              <a:t>I plan to implement the star topology to the coffee shop, since the clients, staff, and the employer is going to need Wi-fi for the devices they are going to use.</a:t>
            </a:r>
          </a:p>
          <a:p>
            <a:pPr marL="0" indent="0">
              <a:buNone/>
            </a:pPr>
            <a:r>
              <a:rPr lang="en-US" dirty="0"/>
              <a:t>I will have a router as a central hub to connect all the devices in the coffee shop to the Wi-Fi and securely separate the guest network. </a:t>
            </a:r>
          </a:p>
          <a:p>
            <a:pPr marL="0" indent="0">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2B9A870E-5C7C-C0D8-0674-C5960259A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4089" y="1840709"/>
            <a:ext cx="4542503" cy="3608437"/>
          </a:xfrm>
          <a:prstGeom prst="rect">
            <a:avLst/>
          </a:prstGeom>
        </p:spPr>
      </p:pic>
    </p:spTree>
    <p:extLst>
      <p:ext uri="{BB962C8B-B14F-4D97-AF65-F5344CB8AC3E}">
        <p14:creationId xmlns:p14="http://schemas.microsoft.com/office/powerpoint/2010/main" val="3664579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0DC59-C43F-3605-020A-6756BC077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1317D-B8DA-6346-35BD-5E375A069173}"/>
              </a:ext>
            </a:extLst>
          </p:cNvPr>
          <p:cNvSpPr>
            <a:spLocks noGrp="1"/>
          </p:cNvSpPr>
          <p:nvPr>
            <p:ph type="title"/>
          </p:nvPr>
        </p:nvSpPr>
        <p:spPr>
          <a:xfrm>
            <a:off x="3090406" y="415632"/>
            <a:ext cx="5473492" cy="628416"/>
          </a:xfrm>
        </p:spPr>
        <p:txBody>
          <a:bodyPr/>
          <a:lstStyle/>
          <a:p>
            <a:r>
              <a:rPr lang="en-US" sz="3200" dirty="0"/>
              <a:t>Implementation process</a:t>
            </a:r>
          </a:p>
        </p:txBody>
      </p:sp>
      <p:sp>
        <p:nvSpPr>
          <p:cNvPr id="3" name="Content Placeholder 2">
            <a:extLst>
              <a:ext uri="{FF2B5EF4-FFF2-40B4-BE49-F238E27FC236}">
                <a16:creationId xmlns:a16="http://schemas.microsoft.com/office/drawing/2014/main" id="{A87C5B27-21AE-B85C-14D5-12123589DE02}"/>
              </a:ext>
            </a:extLst>
          </p:cNvPr>
          <p:cNvSpPr>
            <a:spLocks noGrp="1"/>
          </p:cNvSpPr>
          <p:nvPr>
            <p:ph idx="1"/>
          </p:nvPr>
        </p:nvSpPr>
        <p:spPr>
          <a:xfrm>
            <a:off x="275302" y="1459327"/>
            <a:ext cx="6011190" cy="4459692"/>
          </a:xfrm>
        </p:spPr>
        <p:txBody>
          <a:bodyPr>
            <a:noAutofit/>
          </a:bodyPr>
          <a:lstStyle/>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lvl="1"/>
            <a:endParaRPr lang="en-US" sz="1800" dirty="0">
              <a:latin typeface="+mj-lt"/>
            </a:endParaRPr>
          </a:p>
          <a:p>
            <a:pPr marL="228600" lvl="1" indent="0">
              <a:buNone/>
            </a:pPr>
            <a:endParaRPr lang="en-US" sz="1800" dirty="0">
              <a:latin typeface="+mj-lt"/>
            </a:endParaRPr>
          </a:p>
        </p:txBody>
      </p:sp>
      <p:sp>
        <p:nvSpPr>
          <p:cNvPr id="5" name="TextBox 4">
            <a:extLst>
              <a:ext uri="{FF2B5EF4-FFF2-40B4-BE49-F238E27FC236}">
                <a16:creationId xmlns:a16="http://schemas.microsoft.com/office/drawing/2014/main" id="{236DCF40-6036-8CCC-521A-B01740DC0AA2}"/>
              </a:ext>
            </a:extLst>
          </p:cNvPr>
          <p:cNvSpPr txBox="1"/>
          <p:nvPr/>
        </p:nvSpPr>
        <p:spPr>
          <a:xfrm>
            <a:off x="142567" y="1532984"/>
            <a:ext cx="7221794" cy="4555093"/>
          </a:xfrm>
          <a:prstGeom prst="rect">
            <a:avLst/>
          </a:prstGeom>
          <a:noFill/>
        </p:spPr>
        <p:txBody>
          <a:bodyPr wrap="square" rtlCol="0">
            <a:spAutoFit/>
          </a:bodyPr>
          <a:lstStyle/>
          <a:p>
            <a:pPr marL="285750" lvl="0" indent="-285750">
              <a:buFont typeface="Arial" panose="020B0604020202020204" pitchFamily="34" charset="0"/>
              <a:buChar char="•"/>
            </a:pPr>
            <a:r>
              <a:rPr lang="en-US" sz="1600" dirty="0"/>
              <a:t>I would have two people to implement the network since it’s a task that can be completed in a day</a:t>
            </a:r>
          </a:p>
          <a:p>
            <a:pPr marL="285750" lvl="0" indent="-285750">
              <a:buFont typeface="Arial" panose="020B0604020202020204" pitchFamily="34" charset="0"/>
              <a:buChar char="•"/>
            </a:pPr>
            <a:r>
              <a:rPr lang="en-US" sz="1600" dirty="0"/>
              <a:t>I would have 1 router, 1 PoE switch, and 2 Aps so the connection can exceed past 40 customers</a:t>
            </a:r>
          </a:p>
          <a:p>
            <a:pPr marL="285750" lvl="0" indent="-285750">
              <a:buFont typeface="Arial" panose="020B0604020202020204" pitchFamily="34" charset="0"/>
              <a:buChar char="•"/>
            </a:pPr>
            <a:r>
              <a:rPr lang="en-US" sz="1600" dirty="0"/>
              <a:t>Implement IP addresses for the VLANs for the staff and guest</a:t>
            </a:r>
          </a:p>
          <a:p>
            <a:pPr marL="285750" indent="-285750">
              <a:buFont typeface="Arial" panose="020B0604020202020204" pitchFamily="34" charset="0"/>
              <a:buChar char="•"/>
            </a:pPr>
            <a:r>
              <a:rPr lang="en-US" sz="1600" dirty="0"/>
              <a:t>I would put the APs in an equal distance of 11.5 ft apart from each other to have an overlapping coverage area to allow seamless roaming between one WLAN cell to another, this will prevent internet blockage and interference with each other.</a:t>
            </a:r>
          </a:p>
          <a:p>
            <a:pPr marL="285750" indent="-285750">
              <a:buFont typeface="Arial" panose="020B0604020202020204" pitchFamily="34" charset="0"/>
              <a:buChar char="•"/>
            </a:pPr>
            <a:r>
              <a:rPr lang="en-US" sz="1600" dirty="0"/>
              <a:t>Encrypt the staff and guest network</a:t>
            </a:r>
          </a:p>
          <a:p>
            <a:pPr marL="285750" lvl="0" indent="-285750">
              <a:buFont typeface="Arial" panose="020B0604020202020204" pitchFamily="34" charset="0"/>
              <a:buChar char="•"/>
            </a:pPr>
            <a:r>
              <a:rPr lang="en-US" sz="1600" dirty="0"/>
              <a:t>Install client isolation on the guest network to prevent interaction with one another or the POS</a:t>
            </a:r>
          </a:p>
          <a:p>
            <a:pPr marL="285750" lvl="0" indent="-285750">
              <a:buFont typeface="Arial" panose="020B0604020202020204" pitchFamily="34" charset="0"/>
              <a:buChar char="•"/>
            </a:pPr>
            <a:r>
              <a:rPr lang="en-US" sz="1600" dirty="0"/>
              <a:t>Configure traffic by using QoS to prioritize POS traffic over customers to make sure that transactions never fail in the SSIDs</a:t>
            </a:r>
          </a:p>
          <a:p>
            <a:pPr marL="285750" lvl="0" indent="-285750">
              <a:buFont typeface="Arial" panose="020B0604020202020204" pitchFamily="34" charset="0"/>
              <a:buChar char="•"/>
            </a:pPr>
            <a:r>
              <a:rPr lang="en-US" sz="1600" dirty="0"/>
              <a:t>Lastly, use cloud-based monitoring tools to track network performance and troubleshoot and constantly update firmware on the network hardware to make sure nothing is prone to cyber attacks</a:t>
            </a:r>
          </a:p>
          <a:p>
            <a:endParaRPr lang="en-US" dirty="0"/>
          </a:p>
        </p:txBody>
      </p:sp>
      <p:pic>
        <p:nvPicPr>
          <p:cNvPr id="6" name="Picture 5">
            <a:extLst>
              <a:ext uri="{FF2B5EF4-FFF2-40B4-BE49-F238E27FC236}">
                <a16:creationId xmlns:a16="http://schemas.microsoft.com/office/drawing/2014/main" id="{FE98FDE2-09B4-3B38-692E-8439F11F8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4361" y="2151669"/>
            <a:ext cx="4557250" cy="3075008"/>
          </a:xfrm>
          <a:prstGeom prst="rect">
            <a:avLst/>
          </a:prstGeom>
        </p:spPr>
      </p:pic>
    </p:spTree>
    <p:extLst>
      <p:ext uri="{BB962C8B-B14F-4D97-AF65-F5344CB8AC3E}">
        <p14:creationId xmlns:p14="http://schemas.microsoft.com/office/powerpoint/2010/main" val="126772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D9D8-0814-C3BA-280A-A1CDB2BB8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A8D9A-3880-2443-EF63-AF9BEACF88C8}"/>
              </a:ext>
            </a:extLst>
          </p:cNvPr>
          <p:cNvSpPr>
            <a:spLocks noGrp="1"/>
          </p:cNvSpPr>
          <p:nvPr>
            <p:ph type="title"/>
          </p:nvPr>
        </p:nvSpPr>
        <p:spPr>
          <a:xfrm>
            <a:off x="3158614" y="322807"/>
            <a:ext cx="5127522" cy="866415"/>
          </a:xfrm>
        </p:spPr>
        <p:txBody>
          <a:bodyPr/>
          <a:lstStyle/>
          <a:p>
            <a:r>
              <a:rPr lang="en-US" sz="3200" dirty="0"/>
              <a:t>Hardware for the Wi-Fi</a:t>
            </a:r>
          </a:p>
        </p:txBody>
      </p:sp>
      <p:sp>
        <p:nvSpPr>
          <p:cNvPr id="3" name="Content Placeholder 2">
            <a:extLst>
              <a:ext uri="{FF2B5EF4-FFF2-40B4-BE49-F238E27FC236}">
                <a16:creationId xmlns:a16="http://schemas.microsoft.com/office/drawing/2014/main" id="{540E776E-C50B-ADA4-06BF-E19C2918A12A}"/>
              </a:ext>
            </a:extLst>
          </p:cNvPr>
          <p:cNvSpPr>
            <a:spLocks noGrp="1"/>
          </p:cNvSpPr>
          <p:nvPr>
            <p:ph idx="1"/>
          </p:nvPr>
        </p:nvSpPr>
        <p:spPr>
          <a:xfrm>
            <a:off x="5722375" y="1965100"/>
            <a:ext cx="5820698" cy="3407642"/>
          </a:xfrm>
        </p:spPr>
        <p:txBody>
          <a:bodyPr>
            <a:noAutofit/>
          </a:bodyPr>
          <a:lstStyle/>
          <a:p>
            <a:r>
              <a:rPr lang="en-US" sz="1700" dirty="0"/>
              <a:t>I plan to implement the 802.11ax wireless wi-fi technology for this coffee shop because it has lower latency and has improved power efficiency, with the help of OFDMA. This will connect as many devices to the coffee shop. Given the fact that it’s 30% faster than Wi-Fi 5.</a:t>
            </a:r>
          </a:p>
          <a:p>
            <a:r>
              <a:rPr lang="en-US" sz="1700" dirty="0"/>
              <a:t>For the business class cable, I will use the Cat 6 cable for the coffee shop because it’s cost effective and performs with lower latency for multiple people. </a:t>
            </a:r>
          </a:p>
          <a:p>
            <a:pPr marL="0" indent="0">
              <a:buNone/>
            </a:pPr>
            <a:endParaRPr lang="en-US" sz="1800" dirty="0"/>
          </a:p>
          <a:p>
            <a:pPr marL="0" indent="0">
              <a:buNone/>
            </a:pPr>
            <a:endParaRPr lang="en-US" sz="1800" dirty="0"/>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lvl="1"/>
            <a:endParaRPr lang="en-US" sz="1800" dirty="0">
              <a:latin typeface="+mj-lt"/>
            </a:endParaRPr>
          </a:p>
          <a:p>
            <a:pPr marL="228600" lvl="1" indent="0">
              <a:buNone/>
            </a:pPr>
            <a:endParaRPr lang="en-US" sz="1800" dirty="0">
              <a:latin typeface="+mj-lt"/>
            </a:endParaRPr>
          </a:p>
        </p:txBody>
      </p:sp>
      <p:graphicFrame>
        <p:nvGraphicFramePr>
          <p:cNvPr id="4" name="Content Placeholder 6">
            <a:extLst>
              <a:ext uri="{FF2B5EF4-FFF2-40B4-BE49-F238E27FC236}">
                <a16:creationId xmlns:a16="http://schemas.microsoft.com/office/drawing/2014/main" id="{68681FDC-AB22-23E7-61A4-422E84F27727}"/>
              </a:ext>
            </a:extLst>
          </p:cNvPr>
          <p:cNvGraphicFramePr>
            <a:graphicFrameLocks/>
          </p:cNvGraphicFramePr>
          <p:nvPr>
            <p:extLst>
              <p:ext uri="{D42A27DB-BD31-4B8C-83A1-F6EECF244321}">
                <p14:modId xmlns:p14="http://schemas.microsoft.com/office/powerpoint/2010/main" val="251153026"/>
              </p:ext>
            </p:extLst>
          </p:nvPr>
        </p:nvGraphicFramePr>
        <p:xfrm>
          <a:off x="344128" y="1754667"/>
          <a:ext cx="5279924" cy="3781234"/>
        </p:xfrm>
        <a:graphic>
          <a:graphicData uri="http://schemas.openxmlformats.org/drawingml/2006/table">
            <a:tbl>
              <a:tblPr firstRow="1" bandRow="1">
                <a:tableStyleId>{5940675A-B579-460E-94D1-54222C63F5DA}</a:tableStyleId>
              </a:tblPr>
              <a:tblGrid>
                <a:gridCol w="1044134">
                  <a:extLst>
                    <a:ext uri="{9D8B030D-6E8A-4147-A177-3AD203B41FA5}">
                      <a16:colId xmlns:a16="http://schemas.microsoft.com/office/drawing/2014/main" val="3061486903"/>
                    </a:ext>
                  </a:extLst>
                </a:gridCol>
                <a:gridCol w="1486440">
                  <a:extLst>
                    <a:ext uri="{9D8B030D-6E8A-4147-A177-3AD203B41FA5}">
                      <a16:colId xmlns:a16="http://schemas.microsoft.com/office/drawing/2014/main" val="490972193"/>
                    </a:ext>
                  </a:extLst>
                </a:gridCol>
                <a:gridCol w="2749350">
                  <a:extLst>
                    <a:ext uri="{9D8B030D-6E8A-4147-A177-3AD203B41FA5}">
                      <a16:colId xmlns:a16="http://schemas.microsoft.com/office/drawing/2014/main" val="3953189790"/>
                    </a:ext>
                  </a:extLst>
                </a:gridCol>
              </a:tblGrid>
              <a:tr h="500229">
                <a:tc>
                  <a:txBody>
                    <a:bodyPr/>
                    <a:lstStyle/>
                    <a:p>
                      <a:pPr algn="ctr"/>
                      <a:r>
                        <a:rPr lang="en-US" sz="1600" dirty="0"/>
                        <a:t>Device</a:t>
                      </a:r>
                    </a:p>
                  </a:txBody>
                  <a:tcPr/>
                </a:tc>
                <a:tc>
                  <a:txBody>
                    <a:bodyPr/>
                    <a:lstStyle/>
                    <a:p>
                      <a:pPr algn="ctr"/>
                      <a:r>
                        <a:rPr lang="en-US" sz="1600" dirty="0"/>
                        <a:t>Model</a:t>
                      </a:r>
                    </a:p>
                  </a:txBody>
                  <a:tcPr/>
                </a:tc>
                <a:tc>
                  <a:txBody>
                    <a:bodyPr/>
                    <a:lstStyle/>
                    <a:p>
                      <a:pPr algn="ctr"/>
                      <a:r>
                        <a:rPr lang="en-US" sz="1600" dirty="0"/>
                        <a:t>Purpose</a:t>
                      </a:r>
                    </a:p>
                  </a:txBody>
                  <a:tcPr/>
                </a:tc>
                <a:extLst>
                  <a:ext uri="{0D108BD9-81ED-4DB2-BD59-A6C34878D82A}">
                    <a16:rowId xmlns:a16="http://schemas.microsoft.com/office/drawing/2014/main" val="1711732623"/>
                  </a:ext>
                </a:extLst>
              </a:tr>
              <a:tr h="891583">
                <a:tc>
                  <a:txBody>
                    <a:bodyPr/>
                    <a:lstStyle/>
                    <a:p>
                      <a:pPr algn="ctr"/>
                      <a:r>
                        <a:rPr lang="en-US" sz="1600" dirty="0"/>
                        <a:t>Router</a:t>
                      </a:r>
                    </a:p>
                  </a:txBody>
                  <a:tcPr/>
                </a:tc>
                <a:tc>
                  <a:txBody>
                    <a:bodyPr/>
                    <a:lstStyle/>
                    <a:p>
                      <a:pPr algn="ctr"/>
                      <a:r>
                        <a:rPr lang="en-US" sz="1600" dirty="0"/>
                        <a:t>Eero Pro 6</a:t>
                      </a:r>
                    </a:p>
                  </a:txBody>
                  <a:tcPr/>
                </a:tc>
                <a:tc>
                  <a:txBody>
                    <a:bodyPr/>
                    <a:lstStyle/>
                    <a:p>
                      <a:pPr algn="ctr"/>
                      <a:r>
                        <a:rPr lang="en-US" sz="1600" dirty="0"/>
                        <a:t>Offer high stability and separate guest network, detects traffic,</a:t>
                      </a:r>
                    </a:p>
                  </a:txBody>
                  <a:tcPr/>
                </a:tc>
                <a:extLst>
                  <a:ext uri="{0D108BD9-81ED-4DB2-BD59-A6C34878D82A}">
                    <a16:rowId xmlns:a16="http://schemas.microsoft.com/office/drawing/2014/main" val="1730469066"/>
                  </a:ext>
                </a:extLst>
              </a:tr>
              <a:tr h="796474">
                <a:tc>
                  <a:txBody>
                    <a:bodyPr/>
                    <a:lstStyle/>
                    <a:p>
                      <a:pPr algn="ctr"/>
                      <a:r>
                        <a:rPr lang="en-US" sz="1600" dirty="0"/>
                        <a:t>Switch</a:t>
                      </a:r>
                    </a:p>
                  </a:txBody>
                  <a:tcPr/>
                </a:tc>
                <a:tc>
                  <a:txBody>
                    <a:bodyPr/>
                    <a:lstStyle/>
                    <a:p>
                      <a:pPr algn="ctr"/>
                      <a:r>
                        <a:rPr lang="en-US" sz="1600" dirty="0"/>
                        <a:t>PoE Switch</a:t>
                      </a:r>
                    </a:p>
                  </a:txBody>
                  <a:tcPr/>
                </a:tc>
                <a:tc>
                  <a:txBody>
                    <a:bodyPr/>
                    <a:lstStyle/>
                    <a:p>
                      <a:pPr algn="ctr"/>
                      <a:r>
                        <a:rPr lang="en-US" sz="1600" dirty="0"/>
                        <a:t>Segments traffic</a:t>
                      </a:r>
                    </a:p>
                  </a:txBody>
                  <a:tcPr/>
                </a:tc>
                <a:extLst>
                  <a:ext uri="{0D108BD9-81ED-4DB2-BD59-A6C34878D82A}">
                    <a16:rowId xmlns:a16="http://schemas.microsoft.com/office/drawing/2014/main" val="12814819"/>
                  </a:ext>
                </a:extLst>
              </a:tr>
              <a:tr h="796474">
                <a:tc>
                  <a:txBody>
                    <a:bodyPr/>
                    <a:lstStyle/>
                    <a:p>
                      <a:pPr algn="ctr"/>
                      <a:r>
                        <a:rPr lang="en-US" sz="1600" dirty="0"/>
                        <a:t>Wireless AP</a:t>
                      </a:r>
                    </a:p>
                  </a:txBody>
                  <a:tcPr/>
                </a:tc>
                <a:tc>
                  <a:txBody>
                    <a:bodyPr/>
                    <a:lstStyle/>
                    <a:p>
                      <a:pPr algn="ctr"/>
                      <a:r>
                        <a:rPr lang="en-US" sz="1600" dirty="0"/>
                        <a:t>CW9800M</a:t>
                      </a:r>
                    </a:p>
                  </a:txBody>
                  <a:tcPr/>
                </a:tc>
                <a:tc>
                  <a:txBody>
                    <a:bodyPr/>
                    <a:lstStyle/>
                    <a:p>
                      <a:pPr algn="ctr"/>
                      <a:r>
                        <a:rPr lang="en-US" sz="1600" dirty="0"/>
                        <a:t>Connect devices to wired network wirelessly</a:t>
                      </a:r>
                    </a:p>
                  </a:txBody>
                  <a:tcPr/>
                </a:tc>
                <a:extLst>
                  <a:ext uri="{0D108BD9-81ED-4DB2-BD59-A6C34878D82A}">
                    <a16:rowId xmlns:a16="http://schemas.microsoft.com/office/drawing/2014/main" val="3411238912"/>
                  </a:ext>
                </a:extLst>
              </a:tr>
              <a:tr h="796474">
                <a:tc>
                  <a:txBody>
                    <a:bodyPr/>
                    <a:lstStyle/>
                    <a:p>
                      <a:pPr algn="ctr"/>
                      <a:r>
                        <a:rPr lang="en-US" sz="1600" dirty="0"/>
                        <a:t>POS System</a:t>
                      </a:r>
                    </a:p>
                  </a:txBody>
                  <a:tcPr/>
                </a:tc>
                <a:tc>
                  <a:txBody>
                    <a:bodyPr/>
                    <a:lstStyle/>
                    <a:p>
                      <a:pPr algn="ctr"/>
                      <a:r>
                        <a:rPr lang="en-US" sz="1600" dirty="0"/>
                        <a:t>Toast POS</a:t>
                      </a:r>
                    </a:p>
                  </a:txBody>
                  <a:tcPr/>
                </a:tc>
                <a:tc>
                  <a:txBody>
                    <a:bodyPr/>
                    <a:lstStyle/>
                    <a:p>
                      <a:pPr algn="ctr"/>
                      <a:r>
                        <a:rPr lang="en-US" sz="1600" dirty="0"/>
                        <a:t>Make the café’s service quicker and easier to manage</a:t>
                      </a:r>
                    </a:p>
                  </a:txBody>
                  <a:tcPr/>
                </a:tc>
                <a:extLst>
                  <a:ext uri="{0D108BD9-81ED-4DB2-BD59-A6C34878D82A}">
                    <a16:rowId xmlns:a16="http://schemas.microsoft.com/office/drawing/2014/main" val="3526671743"/>
                  </a:ext>
                </a:extLst>
              </a:tr>
            </a:tbl>
          </a:graphicData>
        </a:graphic>
      </p:graphicFrame>
    </p:spTree>
    <p:extLst>
      <p:ext uri="{BB962C8B-B14F-4D97-AF65-F5344CB8AC3E}">
        <p14:creationId xmlns:p14="http://schemas.microsoft.com/office/powerpoint/2010/main" val="120011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F887-28B4-0253-8D9C-5E7FF908D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3E1A7-4572-95C8-3DCD-B919C2A288AD}"/>
              </a:ext>
            </a:extLst>
          </p:cNvPr>
          <p:cNvSpPr>
            <a:spLocks noGrp="1"/>
          </p:cNvSpPr>
          <p:nvPr>
            <p:ph type="title"/>
          </p:nvPr>
        </p:nvSpPr>
        <p:spPr>
          <a:xfrm>
            <a:off x="275302" y="314633"/>
            <a:ext cx="5578569" cy="993058"/>
          </a:xfrm>
        </p:spPr>
        <p:txBody>
          <a:bodyPr/>
          <a:lstStyle/>
          <a:p>
            <a:r>
              <a:rPr lang="en-US" sz="3200" dirty="0"/>
              <a:t>Channeling/VLANs </a:t>
            </a:r>
            <a:r>
              <a:rPr lang="en-US" sz="3200" dirty="0" err="1"/>
              <a:t>implemtation</a:t>
            </a:r>
            <a:endParaRPr lang="en-US" sz="3200" dirty="0"/>
          </a:p>
        </p:txBody>
      </p:sp>
      <p:sp>
        <p:nvSpPr>
          <p:cNvPr id="3" name="Content Placeholder 2">
            <a:extLst>
              <a:ext uri="{FF2B5EF4-FFF2-40B4-BE49-F238E27FC236}">
                <a16:creationId xmlns:a16="http://schemas.microsoft.com/office/drawing/2014/main" id="{80360DFF-AC2B-47E6-0552-A78B27196B8A}"/>
              </a:ext>
            </a:extLst>
          </p:cNvPr>
          <p:cNvSpPr>
            <a:spLocks noGrp="1"/>
          </p:cNvSpPr>
          <p:nvPr>
            <p:ph idx="1"/>
          </p:nvPr>
        </p:nvSpPr>
        <p:spPr>
          <a:xfrm>
            <a:off x="186812" y="1537902"/>
            <a:ext cx="6011190" cy="4495032"/>
          </a:xfrm>
        </p:spPr>
        <p:txBody>
          <a:bodyPr>
            <a:noAutofit/>
          </a:bodyPr>
          <a:lstStyle/>
          <a:p>
            <a:pPr marL="0" indent="0">
              <a:buNone/>
            </a:pPr>
            <a:r>
              <a:rPr lang="en-US" sz="1700" dirty="0"/>
              <a:t>I will use channels 1,6, and 11 on 2.4GHz band because those channels won’t have frequencies that overlap. But it will have an overlapping coverage area to allow seamless roaming between one WLAN cell to another.</a:t>
            </a:r>
          </a:p>
          <a:p>
            <a:pPr lvl="1"/>
            <a:r>
              <a:rPr lang="en-US" sz="1700" dirty="0"/>
              <a:t>If there was ever a time where there is more than 40 customers in the coffee shop, this will prevent interference.</a:t>
            </a:r>
          </a:p>
          <a:p>
            <a:pPr marL="0" indent="0">
              <a:buNone/>
            </a:pPr>
            <a:r>
              <a:rPr lang="en-US" sz="1700" dirty="0"/>
              <a:t>I will create a VLAN that’s divided into 2 zones.</a:t>
            </a:r>
          </a:p>
          <a:p>
            <a:r>
              <a:rPr lang="en-US" sz="1700" dirty="0"/>
              <a:t>The IP range for the staff will fit best because it will avoid conflicts with other home routers nearby and can just have their own private network</a:t>
            </a:r>
          </a:p>
          <a:p>
            <a:r>
              <a:rPr lang="en-US" sz="1700" dirty="0"/>
              <a:t>The IP range for the guest network will fit best because this will avoid conflict from other routers. Also, it won’t run out of IP addresses if there’s &gt;40 guests or if the coffee shop expands</a:t>
            </a: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lvl="1"/>
            <a:endParaRPr lang="en-US" sz="1800" dirty="0">
              <a:latin typeface="+mj-lt"/>
            </a:endParaRPr>
          </a:p>
          <a:p>
            <a:pPr marL="228600" lvl="1" indent="0">
              <a:buNone/>
            </a:pPr>
            <a:endParaRPr lang="en-US" sz="1800" dirty="0">
              <a:latin typeface="+mj-lt"/>
            </a:endParaRPr>
          </a:p>
        </p:txBody>
      </p:sp>
      <p:graphicFrame>
        <p:nvGraphicFramePr>
          <p:cNvPr id="6" name="Content Placeholder 6">
            <a:extLst>
              <a:ext uri="{FF2B5EF4-FFF2-40B4-BE49-F238E27FC236}">
                <a16:creationId xmlns:a16="http://schemas.microsoft.com/office/drawing/2014/main" id="{6C61EA74-457A-CFA0-F2A5-0FE09BD82E95}"/>
              </a:ext>
            </a:extLst>
          </p:cNvPr>
          <p:cNvGraphicFramePr>
            <a:graphicFrameLocks noGrp="1"/>
          </p:cNvGraphicFramePr>
          <p:nvPr>
            <p:ph type="pic" sz="quarter" idx="14"/>
            <p:extLst>
              <p:ext uri="{D42A27DB-BD31-4B8C-83A1-F6EECF244321}">
                <p14:modId xmlns:p14="http://schemas.microsoft.com/office/powerpoint/2010/main" val="3199517492"/>
              </p:ext>
            </p:extLst>
          </p:nvPr>
        </p:nvGraphicFramePr>
        <p:xfrm>
          <a:off x="6961239" y="3785418"/>
          <a:ext cx="4391332" cy="2554698"/>
        </p:xfrm>
        <a:graphic>
          <a:graphicData uri="http://schemas.openxmlformats.org/drawingml/2006/table">
            <a:tbl>
              <a:tblPr firstRow="1">
                <a:tableStyleId>{5940675A-B579-460E-94D1-54222C63F5DA}</a:tableStyleId>
              </a:tblPr>
              <a:tblGrid>
                <a:gridCol w="991840">
                  <a:extLst>
                    <a:ext uri="{9D8B030D-6E8A-4147-A177-3AD203B41FA5}">
                      <a16:colId xmlns:a16="http://schemas.microsoft.com/office/drawing/2014/main" val="1015653664"/>
                    </a:ext>
                  </a:extLst>
                </a:gridCol>
                <a:gridCol w="1699746">
                  <a:extLst>
                    <a:ext uri="{9D8B030D-6E8A-4147-A177-3AD203B41FA5}">
                      <a16:colId xmlns:a16="http://schemas.microsoft.com/office/drawing/2014/main" val="642826378"/>
                    </a:ext>
                  </a:extLst>
                </a:gridCol>
                <a:gridCol w="1699746">
                  <a:extLst>
                    <a:ext uri="{9D8B030D-6E8A-4147-A177-3AD203B41FA5}">
                      <a16:colId xmlns:a16="http://schemas.microsoft.com/office/drawing/2014/main" val="94216053"/>
                    </a:ext>
                  </a:extLst>
                </a:gridCol>
              </a:tblGrid>
              <a:tr h="851566">
                <a:tc>
                  <a:txBody>
                    <a:bodyPr/>
                    <a:lstStyle/>
                    <a:p>
                      <a:r>
                        <a:rPr lang="en-US" sz="1600" b="1" u="none" dirty="0">
                          <a:solidFill>
                            <a:schemeClr val="tx1"/>
                          </a:solidFill>
                          <a:latin typeface="+mj-lt"/>
                        </a:rPr>
                        <a:t>Network</a:t>
                      </a:r>
                    </a:p>
                  </a:txBody>
                  <a:tcPr anchor="ctr"/>
                </a:tc>
                <a:tc>
                  <a:txBody>
                    <a:bodyPr/>
                    <a:lstStyle/>
                    <a:p>
                      <a:r>
                        <a:rPr lang="en-US" sz="1600" b="1" u="none" dirty="0">
                          <a:solidFill>
                            <a:schemeClr val="tx1"/>
                          </a:solidFill>
                          <a:latin typeface="+mj-lt"/>
                        </a:rPr>
                        <a:t>Purpose</a:t>
                      </a:r>
                    </a:p>
                  </a:txBody>
                  <a:tcPr anchor="ctr"/>
                </a:tc>
                <a:tc>
                  <a:txBody>
                    <a:bodyPr/>
                    <a:lstStyle/>
                    <a:p>
                      <a:r>
                        <a:rPr lang="en-US" sz="1600" b="1" u="none" dirty="0">
                          <a:solidFill>
                            <a:schemeClr val="tx1"/>
                          </a:solidFill>
                          <a:latin typeface="+mj-lt"/>
                        </a:rPr>
                        <a:t>IP Range</a:t>
                      </a:r>
                    </a:p>
                  </a:txBody>
                  <a:tcPr anchor="ctr"/>
                </a:tc>
                <a:extLst>
                  <a:ext uri="{0D108BD9-81ED-4DB2-BD59-A6C34878D82A}">
                    <a16:rowId xmlns:a16="http://schemas.microsoft.com/office/drawing/2014/main" val="179652336"/>
                  </a:ext>
                </a:extLst>
              </a:tr>
              <a:tr h="851566">
                <a:tc>
                  <a:txBody>
                    <a:bodyPr/>
                    <a:lstStyle/>
                    <a:p>
                      <a:r>
                        <a:rPr lang="en-US" sz="1600" b="0" i="0" dirty="0">
                          <a:solidFill>
                            <a:schemeClr val="tx1"/>
                          </a:solidFill>
                          <a:latin typeface="+mn-lt"/>
                        </a:rPr>
                        <a:t>VLAN</a:t>
                      </a:r>
                    </a:p>
                  </a:txBody>
                  <a:tcPr anchor="ctr"/>
                </a:tc>
                <a:tc>
                  <a:txBody>
                    <a:bodyPr/>
                    <a:lstStyle/>
                    <a:p>
                      <a:r>
                        <a:rPr lang="en-US" sz="1600" b="0" i="0" dirty="0">
                          <a:solidFill>
                            <a:schemeClr val="tx1"/>
                          </a:solidFill>
                          <a:latin typeface="+mn-lt"/>
                        </a:rPr>
                        <a:t>Staff</a:t>
                      </a:r>
                    </a:p>
                  </a:txBody>
                  <a:tcPr anchor="ctr"/>
                </a:tc>
                <a:tc>
                  <a:txBody>
                    <a:bodyPr/>
                    <a:lstStyle/>
                    <a:p>
                      <a:r>
                        <a:rPr lang="en-US" sz="1600" b="0" i="0" dirty="0">
                          <a:solidFill>
                            <a:schemeClr val="tx1"/>
                          </a:solidFill>
                          <a:latin typeface="+mn-lt"/>
                        </a:rPr>
                        <a:t>172.18.0.0</a:t>
                      </a:r>
                    </a:p>
                  </a:txBody>
                  <a:tcPr anchor="ctr"/>
                </a:tc>
                <a:extLst>
                  <a:ext uri="{0D108BD9-81ED-4DB2-BD59-A6C34878D82A}">
                    <a16:rowId xmlns:a16="http://schemas.microsoft.com/office/drawing/2014/main" val="4244066008"/>
                  </a:ext>
                </a:extLst>
              </a:tr>
              <a:tr h="851566">
                <a:tc>
                  <a:txBody>
                    <a:bodyPr/>
                    <a:lstStyle/>
                    <a:p>
                      <a:r>
                        <a:rPr lang="en-US" sz="1600" b="0" i="0" dirty="0">
                          <a:solidFill>
                            <a:schemeClr val="tx1"/>
                          </a:solidFill>
                          <a:latin typeface="+mn-lt"/>
                        </a:rPr>
                        <a:t>VLAN</a:t>
                      </a:r>
                    </a:p>
                  </a:txBody>
                  <a:tcPr anchor="ctr"/>
                </a:tc>
                <a:tc>
                  <a:txBody>
                    <a:bodyPr/>
                    <a:lstStyle/>
                    <a:p>
                      <a:r>
                        <a:rPr lang="en-US" sz="1600" b="0" dirty="0">
                          <a:solidFill>
                            <a:schemeClr val="tx1"/>
                          </a:solidFill>
                        </a:rPr>
                        <a:t>Guest 	</a:t>
                      </a:r>
                      <a:endParaRPr lang="en-US" sz="1600" b="0" i="0" dirty="0">
                        <a:solidFill>
                          <a:schemeClr val="tx1"/>
                        </a:solidFill>
                        <a:latin typeface="+mn-lt"/>
                      </a:endParaRPr>
                    </a:p>
                  </a:txBody>
                  <a:tcPr anchor="ctr"/>
                </a:tc>
                <a:tc>
                  <a:txBody>
                    <a:bodyPr/>
                    <a:lstStyle/>
                    <a:p>
                      <a:r>
                        <a:rPr lang="en-US" sz="1600" b="0" i="0" dirty="0">
                          <a:solidFill>
                            <a:schemeClr val="tx1"/>
                          </a:solidFill>
                          <a:latin typeface="+mn-lt"/>
                        </a:rPr>
                        <a:t>10.0.0.0</a:t>
                      </a:r>
                    </a:p>
                  </a:txBody>
                  <a:tcPr anchor="ctr"/>
                </a:tc>
                <a:extLst>
                  <a:ext uri="{0D108BD9-81ED-4DB2-BD59-A6C34878D82A}">
                    <a16:rowId xmlns:a16="http://schemas.microsoft.com/office/drawing/2014/main" val="2112537045"/>
                  </a:ext>
                </a:extLst>
              </a:tr>
            </a:tbl>
          </a:graphicData>
        </a:graphic>
      </p:graphicFrame>
      <p:pic>
        <p:nvPicPr>
          <p:cNvPr id="5" name="Picture 4">
            <a:extLst>
              <a:ext uri="{FF2B5EF4-FFF2-40B4-BE49-F238E27FC236}">
                <a16:creationId xmlns:a16="http://schemas.microsoft.com/office/drawing/2014/main" id="{3A778E53-1C59-290F-46D7-9787A308B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4962" y="517884"/>
            <a:ext cx="4023885" cy="3146323"/>
          </a:xfrm>
          <a:prstGeom prst="rect">
            <a:avLst/>
          </a:prstGeom>
        </p:spPr>
      </p:pic>
    </p:spTree>
    <p:extLst>
      <p:ext uri="{BB962C8B-B14F-4D97-AF65-F5344CB8AC3E}">
        <p14:creationId xmlns:p14="http://schemas.microsoft.com/office/powerpoint/2010/main" val="2931051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CF21B-37E4-4BC0-FE93-927FD701C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A488C-2D00-B5B4-727B-83707F304D52}"/>
              </a:ext>
            </a:extLst>
          </p:cNvPr>
          <p:cNvSpPr>
            <a:spLocks noGrp="1"/>
          </p:cNvSpPr>
          <p:nvPr>
            <p:ph type="title"/>
          </p:nvPr>
        </p:nvSpPr>
        <p:spPr>
          <a:xfrm>
            <a:off x="3524863" y="391718"/>
            <a:ext cx="5142273" cy="866415"/>
          </a:xfrm>
        </p:spPr>
        <p:txBody>
          <a:bodyPr/>
          <a:lstStyle/>
          <a:p>
            <a:r>
              <a:rPr lang="en-US" sz="3200" dirty="0"/>
              <a:t>Network &amp; encryption</a:t>
            </a:r>
          </a:p>
        </p:txBody>
      </p:sp>
      <p:sp>
        <p:nvSpPr>
          <p:cNvPr id="3" name="Content Placeholder 2">
            <a:extLst>
              <a:ext uri="{FF2B5EF4-FFF2-40B4-BE49-F238E27FC236}">
                <a16:creationId xmlns:a16="http://schemas.microsoft.com/office/drawing/2014/main" id="{B119A298-46EE-BA87-EC68-15A39B7B240B}"/>
              </a:ext>
            </a:extLst>
          </p:cNvPr>
          <p:cNvSpPr>
            <a:spLocks noGrp="1"/>
          </p:cNvSpPr>
          <p:nvPr>
            <p:ph idx="1"/>
          </p:nvPr>
        </p:nvSpPr>
        <p:spPr>
          <a:xfrm>
            <a:off x="275302" y="1459327"/>
            <a:ext cx="6011190" cy="4459692"/>
          </a:xfrm>
        </p:spPr>
        <p:txBody>
          <a:bodyPr>
            <a:noAutofit/>
          </a:bodyPr>
          <a:lstStyle/>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lvl="1"/>
            <a:endParaRPr lang="en-US" sz="1800" dirty="0">
              <a:latin typeface="+mj-lt"/>
            </a:endParaRPr>
          </a:p>
          <a:p>
            <a:pPr marL="228600" lvl="1" indent="0">
              <a:buNone/>
            </a:pPr>
            <a:endParaRPr lang="en-US" sz="1800" dirty="0">
              <a:latin typeface="+mj-lt"/>
            </a:endParaRPr>
          </a:p>
        </p:txBody>
      </p:sp>
      <p:graphicFrame>
        <p:nvGraphicFramePr>
          <p:cNvPr id="6" name="Content Placeholder 6">
            <a:extLst>
              <a:ext uri="{FF2B5EF4-FFF2-40B4-BE49-F238E27FC236}">
                <a16:creationId xmlns:a16="http://schemas.microsoft.com/office/drawing/2014/main" id="{2E3A5C25-B9F5-AE74-1FB5-56DC5BBF6375}"/>
              </a:ext>
            </a:extLst>
          </p:cNvPr>
          <p:cNvGraphicFramePr>
            <a:graphicFrameLocks noGrp="1"/>
          </p:cNvGraphicFramePr>
          <p:nvPr>
            <p:ph type="pic" sz="quarter" idx="14"/>
            <p:extLst>
              <p:ext uri="{D42A27DB-BD31-4B8C-83A1-F6EECF244321}">
                <p14:modId xmlns:p14="http://schemas.microsoft.com/office/powerpoint/2010/main" val="3921799953"/>
              </p:ext>
            </p:extLst>
          </p:nvPr>
        </p:nvGraphicFramePr>
        <p:xfrm>
          <a:off x="7433187" y="2225162"/>
          <a:ext cx="4391332" cy="2715546"/>
        </p:xfrm>
        <a:graphic>
          <a:graphicData uri="http://schemas.openxmlformats.org/drawingml/2006/table">
            <a:tbl>
              <a:tblPr firstRow="1">
                <a:tableStyleId>{5940675A-B579-460E-94D1-54222C63F5DA}</a:tableStyleId>
              </a:tblPr>
              <a:tblGrid>
                <a:gridCol w="991840">
                  <a:extLst>
                    <a:ext uri="{9D8B030D-6E8A-4147-A177-3AD203B41FA5}">
                      <a16:colId xmlns:a16="http://schemas.microsoft.com/office/drawing/2014/main" val="1015653664"/>
                    </a:ext>
                  </a:extLst>
                </a:gridCol>
                <a:gridCol w="1699746">
                  <a:extLst>
                    <a:ext uri="{9D8B030D-6E8A-4147-A177-3AD203B41FA5}">
                      <a16:colId xmlns:a16="http://schemas.microsoft.com/office/drawing/2014/main" val="642826378"/>
                    </a:ext>
                  </a:extLst>
                </a:gridCol>
                <a:gridCol w="1699746">
                  <a:extLst>
                    <a:ext uri="{9D8B030D-6E8A-4147-A177-3AD203B41FA5}">
                      <a16:colId xmlns:a16="http://schemas.microsoft.com/office/drawing/2014/main" val="94216053"/>
                    </a:ext>
                  </a:extLst>
                </a:gridCol>
              </a:tblGrid>
              <a:tr h="905182">
                <a:tc>
                  <a:txBody>
                    <a:bodyPr/>
                    <a:lstStyle/>
                    <a:p>
                      <a:r>
                        <a:rPr lang="en-US" sz="1600" b="1" u="none" dirty="0">
                          <a:solidFill>
                            <a:schemeClr val="tx1"/>
                          </a:solidFill>
                          <a:latin typeface="+mj-lt"/>
                        </a:rPr>
                        <a:t>SSID</a:t>
                      </a:r>
                    </a:p>
                  </a:txBody>
                  <a:tcPr anchor="ctr"/>
                </a:tc>
                <a:tc>
                  <a:txBody>
                    <a:bodyPr/>
                    <a:lstStyle/>
                    <a:p>
                      <a:r>
                        <a:rPr lang="en-US" sz="1600" b="1" u="none" dirty="0">
                          <a:solidFill>
                            <a:schemeClr val="tx1"/>
                          </a:solidFill>
                          <a:latin typeface="+mj-lt"/>
                        </a:rPr>
                        <a:t>Network</a:t>
                      </a:r>
                    </a:p>
                  </a:txBody>
                  <a:tcPr anchor="ctr"/>
                </a:tc>
                <a:tc>
                  <a:txBody>
                    <a:bodyPr/>
                    <a:lstStyle/>
                    <a:p>
                      <a:r>
                        <a:rPr lang="en-US" sz="1600" b="1" u="none" dirty="0">
                          <a:solidFill>
                            <a:schemeClr val="tx1"/>
                          </a:solidFill>
                          <a:latin typeface="+mj-lt"/>
                        </a:rPr>
                        <a:t>Security</a:t>
                      </a:r>
                    </a:p>
                  </a:txBody>
                  <a:tcPr anchor="ctr"/>
                </a:tc>
                <a:extLst>
                  <a:ext uri="{0D108BD9-81ED-4DB2-BD59-A6C34878D82A}">
                    <a16:rowId xmlns:a16="http://schemas.microsoft.com/office/drawing/2014/main" val="179652336"/>
                  </a:ext>
                </a:extLst>
              </a:tr>
              <a:tr h="905182">
                <a:tc>
                  <a:txBody>
                    <a:bodyPr/>
                    <a:lstStyle/>
                    <a:p>
                      <a:r>
                        <a:rPr lang="en-US" sz="1600" b="0" i="0" dirty="0">
                          <a:solidFill>
                            <a:schemeClr val="tx1"/>
                          </a:solidFill>
                          <a:latin typeface="+mn-lt"/>
                        </a:rPr>
                        <a:t>Staff</a:t>
                      </a:r>
                    </a:p>
                  </a:txBody>
                  <a:tcPr anchor="ctr"/>
                </a:tc>
                <a:tc>
                  <a:txBody>
                    <a:bodyPr/>
                    <a:lstStyle/>
                    <a:p>
                      <a:r>
                        <a:rPr lang="en-US" sz="1600" b="0" i="0" dirty="0">
                          <a:solidFill>
                            <a:schemeClr val="tx1"/>
                          </a:solidFill>
                          <a:latin typeface="+mn-lt"/>
                        </a:rPr>
                        <a:t>Wi-Fi 6</a:t>
                      </a:r>
                    </a:p>
                  </a:txBody>
                  <a:tcPr anchor="ctr"/>
                </a:tc>
                <a:tc>
                  <a:txBody>
                    <a:bodyPr/>
                    <a:lstStyle/>
                    <a:p>
                      <a:r>
                        <a:rPr lang="en-US" sz="1600" b="0" i="0" dirty="0">
                          <a:solidFill>
                            <a:schemeClr val="tx1"/>
                          </a:solidFill>
                          <a:latin typeface="+mn-lt"/>
                        </a:rPr>
                        <a:t>WPA3</a:t>
                      </a:r>
                    </a:p>
                  </a:txBody>
                  <a:tcPr anchor="ctr"/>
                </a:tc>
                <a:extLst>
                  <a:ext uri="{0D108BD9-81ED-4DB2-BD59-A6C34878D82A}">
                    <a16:rowId xmlns:a16="http://schemas.microsoft.com/office/drawing/2014/main" val="4244066008"/>
                  </a:ext>
                </a:extLst>
              </a:tr>
              <a:tr h="905182">
                <a:tc>
                  <a:txBody>
                    <a:bodyPr/>
                    <a:lstStyle/>
                    <a:p>
                      <a:r>
                        <a:rPr lang="en-US" sz="1600" b="0" i="0" dirty="0">
                          <a:solidFill>
                            <a:schemeClr val="tx1"/>
                          </a:solidFill>
                          <a:latin typeface="+mn-lt"/>
                        </a:rPr>
                        <a:t>Guest</a:t>
                      </a:r>
                    </a:p>
                  </a:txBody>
                  <a:tcPr anchor="ctr"/>
                </a:tc>
                <a:tc>
                  <a:txBody>
                    <a:bodyPr/>
                    <a:lstStyle/>
                    <a:p>
                      <a:r>
                        <a:rPr lang="en-US" sz="1600" b="0" i="0" dirty="0">
                          <a:solidFill>
                            <a:schemeClr val="tx1"/>
                          </a:solidFill>
                          <a:latin typeface="+mn-lt"/>
                        </a:rPr>
                        <a:t>Wi-Fi 6</a:t>
                      </a:r>
                    </a:p>
                  </a:txBody>
                  <a:tcPr anchor="ctr"/>
                </a:tc>
                <a:tc>
                  <a:txBody>
                    <a:bodyPr/>
                    <a:lstStyle/>
                    <a:p>
                      <a:r>
                        <a:rPr lang="en-US" sz="1600" b="0" i="0" dirty="0">
                          <a:solidFill>
                            <a:schemeClr val="tx1"/>
                          </a:solidFill>
                          <a:latin typeface="+mn-lt"/>
                        </a:rPr>
                        <a:t>WPA2</a:t>
                      </a:r>
                    </a:p>
                  </a:txBody>
                  <a:tcPr anchor="ctr"/>
                </a:tc>
                <a:extLst>
                  <a:ext uri="{0D108BD9-81ED-4DB2-BD59-A6C34878D82A}">
                    <a16:rowId xmlns:a16="http://schemas.microsoft.com/office/drawing/2014/main" val="2112537045"/>
                  </a:ext>
                </a:extLst>
              </a:tr>
            </a:tbl>
          </a:graphicData>
        </a:graphic>
      </p:graphicFrame>
      <p:sp>
        <p:nvSpPr>
          <p:cNvPr id="4" name="TextBox 3">
            <a:extLst>
              <a:ext uri="{FF2B5EF4-FFF2-40B4-BE49-F238E27FC236}">
                <a16:creationId xmlns:a16="http://schemas.microsoft.com/office/drawing/2014/main" id="{516AC6FD-0C41-6EF9-62E9-B667FA4CD893}"/>
              </a:ext>
            </a:extLst>
          </p:cNvPr>
          <p:cNvSpPr txBox="1"/>
          <p:nvPr/>
        </p:nvSpPr>
        <p:spPr>
          <a:xfrm>
            <a:off x="275301" y="1595898"/>
            <a:ext cx="7157886" cy="5078313"/>
          </a:xfrm>
          <a:prstGeom prst="rect">
            <a:avLst/>
          </a:prstGeom>
          <a:noFill/>
        </p:spPr>
        <p:txBody>
          <a:bodyPr wrap="square" rtlCol="0">
            <a:spAutoFit/>
          </a:bodyPr>
          <a:lstStyle/>
          <a:p>
            <a:r>
              <a:rPr lang="en-US" dirty="0"/>
              <a:t>By having SSIDs for staff and guest network, this will segment network traffic, which is a good choice for network security since everyone can be on the Wi-Fi without accessing sensitive data.</a:t>
            </a:r>
          </a:p>
          <a:p>
            <a:endParaRPr lang="en-US" dirty="0"/>
          </a:p>
          <a:p>
            <a:r>
              <a:rPr lang="en-US" dirty="0"/>
              <a:t>With Wi-Fi 6, staff will have high level security for when they access the POS system over public Wi-Fi. And clients will be satisfied with the internet speed while accessing their devices.</a:t>
            </a:r>
          </a:p>
          <a:p>
            <a:endParaRPr lang="en-US" dirty="0"/>
          </a:p>
          <a:p>
            <a:r>
              <a:rPr lang="en-US" dirty="0"/>
              <a:t>The type of wireless security that I want to implement for the staff is WPA3 to keep the staff’s personal information encrypted from cyber attacks. This counts as attacks on personal data or passwords.</a:t>
            </a:r>
          </a:p>
          <a:p>
            <a:endParaRPr lang="en-US" dirty="0"/>
          </a:p>
          <a:p>
            <a:r>
              <a:rPr lang="en-US" dirty="0"/>
              <a:t>Then guest network will have WPA2 to prevent their data being transmitted over the network on the Wi-Fi. </a:t>
            </a:r>
          </a:p>
          <a:p>
            <a:endParaRPr lang="en-US" dirty="0"/>
          </a:p>
          <a:p>
            <a:r>
              <a:rPr lang="en-US" dirty="0"/>
              <a:t>Authenticate the guest network by having the captive portal to accept terms of service before granting access to the network.</a:t>
            </a:r>
          </a:p>
          <a:p>
            <a:endParaRPr lang="en-US" dirty="0"/>
          </a:p>
        </p:txBody>
      </p:sp>
    </p:spTree>
    <p:extLst>
      <p:ext uri="{BB962C8B-B14F-4D97-AF65-F5344CB8AC3E}">
        <p14:creationId xmlns:p14="http://schemas.microsoft.com/office/powerpoint/2010/main" val="3812274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ABF27-A23B-C971-D536-3BA414A1E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EF3DF-6CE0-8D8E-C6FC-134015114505}"/>
              </a:ext>
            </a:extLst>
          </p:cNvPr>
          <p:cNvSpPr>
            <a:spLocks noGrp="1"/>
          </p:cNvSpPr>
          <p:nvPr>
            <p:ph type="title"/>
          </p:nvPr>
        </p:nvSpPr>
        <p:spPr>
          <a:xfrm>
            <a:off x="275302" y="303624"/>
            <a:ext cx="6420466" cy="866415"/>
          </a:xfrm>
        </p:spPr>
        <p:txBody>
          <a:bodyPr/>
          <a:lstStyle/>
          <a:p>
            <a:r>
              <a:rPr lang="en-US" sz="3200" dirty="0"/>
              <a:t>Testing &amp; validation</a:t>
            </a:r>
          </a:p>
        </p:txBody>
      </p:sp>
      <p:sp>
        <p:nvSpPr>
          <p:cNvPr id="3" name="Content Placeholder 2">
            <a:extLst>
              <a:ext uri="{FF2B5EF4-FFF2-40B4-BE49-F238E27FC236}">
                <a16:creationId xmlns:a16="http://schemas.microsoft.com/office/drawing/2014/main" id="{29F4817E-03E0-FECE-FF28-4EE8B1A5B77D}"/>
              </a:ext>
            </a:extLst>
          </p:cNvPr>
          <p:cNvSpPr>
            <a:spLocks noGrp="1"/>
          </p:cNvSpPr>
          <p:nvPr>
            <p:ph idx="1"/>
          </p:nvPr>
        </p:nvSpPr>
        <p:spPr>
          <a:xfrm>
            <a:off x="275302" y="1301538"/>
            <a:ext cx="11346427" cy="5066026"/>
          </a:xfrm>
        </p:spPr>
        <p:txBody>
          <a:bodyPr>
            <a:noAutofit/>
          </a:bodyPr>
          <a:lstStyle/>
          <a:p>
            <a:pPr marL="0" indent="0">
              <a:buNone/>
            </a:pPr>
            <a:r>
              <a:rPr lang="en-US" sz="1700" b="1" u="sng" dirty="0">
                <a:latin typeface="+mj-lt"/>
              </a:rPr>
              <a:t>To verify connectivity</a:t>
            </a:r>
            <a:r>
              <a:rPr lang="en-US" sz="1700" dirty="0">
                <a:latin typeface="+mj-lt"/>
              </a:rPr>
              <a:t>:</a:t>
            </a:r>
          </a:p>
          <a:p>
            <a:r>
              <a:rPr lang="en-US" sz="1700" dirty="0">
                <a:latin typeface="+mj-lt"/>
              </a:rPr>
              <a:t>I </a:t>
            </a:r>
            <a:r>
              <a:rPr lang="en-US" sz="1700" dirty="0"/>
              <a:t>would check if the network has received an IP address, subnet mask, and default gateway through DHCP by using the Ipconfig command.</a:t>
            </a:r>
          </a:p>
          <a:p>
            <a:r>
              <a:rPr lang="en-US" sz="1700" dirty="0"/>
              <a:t>I would also use the ping command to test out the routers and the public IP addresses to make sure the network reaches a wide distance.</a:t>
            </a:r>
          </a:p>
          <a:p>
            <a:pPr marL="0" indent="0">
              <a:buNone/>
            </a:pPr>
            <a:r>
              <a:rPr lang="en-US" sz="1700" b="1" u="sng" dirty="0">
                <a:latin typeface="+mj-lt"/>
              </a:rPr>
              <a:t>The security testing measures</a:t>
            </a:r>
            <a:r>
              <a:rPr lang="en-US" sz="1700" dirty="0"/>
              <a:t>:</a:t>
            </a:r>
          </a:p>
          <a:p>
            <a:r>
              <a:rPr lang="en-US" sz="1700" dirty="0"/>
              <a:t>Verify ACLs to make sure the guest network can’t communicate with the POS.</a:t>
            </a:r>
          </a:p>
          <a:p>
            <a:pPr marL="0" indent="0">
              <a:buNone/>
            </a:pPr>
            <a:r>
              <a:rPr lang="en-US" sz="1700" b="1" u="sng" dirty="0">
                <a:latin typeface="+mj-lt"/>
              </a:rPr>
              <a:t>For coverage testing</a:t>
            </a:r>
            <a:r>
              <a:rPr lang="en-US" sz="1700" dirty="0"/>
              <a:t>:</a:t>
            </a:r>
          </a:p>
          <a:p>
            <a:r>
              <a:rPr lang="en-US" dirty="0"/>
              <a:t>I would use heatmap to signal strength and interference in the coffee shop </a:t>
            </a:r>
          </a:p>
          <a:p>
            <a:r>
              <a:rPr lang="en-US" dirty="0"/>
              <a:t>I would also make sure that my device is connected anywhere inside the coffee shop by walking around.</a:t>
            </a:r>
          </a:p>
          <a:p>
            <a:pPr marL="0" indent="0">
              <a:buNone/>
            </a:pPr>
            <a:r>
              <a:rPr lang="en-US" dirty="0"/>
              <a:t>For physical security purposes, keep the hardware somewhere safe to prevent theft and locate devices at a reasonable temperature to prevent system failures or overheating.</a:t>
            </a:r>
          </a:p>
          <a:p>
            <a:pPr lvl="1"/>
            <a:r>
              <a:rPr lang="en-US" dirty="0"/>
              <a:t> IDEAL TEMPERATURE: 18 degrees Celsius and 27 degrees Celsius (64 degrees Fahrenheit to 80 degrees Fahrenheit).</a:t>
            </a:r>
          </a:p>
          <a:p>
            <a:pPr marL="0" indent="0">
              <a:buNone/>
            </a:pPr>
            <a:endParaRPr lang="en-US" dirty="0"/>
          </a:p>
          <a:p>
            <a:pPr marL="0" indent="0">
              <a:buNone/>
            </a:pPr>
            <a:endParaRPr lang="en-US" sz="1700" dirty="0"/>
          </a:p>
          <a:p>
            <a:pPr marL="0" indent="0">
              <a:buNone/>
            </a:pPr>
            <a:endParaRPr lang="en-US" dirty="0"/>
          </a:p>
          <a:p>
            <a:endParaRPr lang="en-US" sz="1800" dirty="0">
              <a:latin typeface="+mj-lt"/>
            </a:endParaRPr>
          </a:p>
          <a:p>
            <a:pPr marL="0" indent="0">
              <a:buNone/>
            </a:pPr>
            <a:endParaRPr lang="en-US" sz="2400" dirty="0">
              <a:latin typeface="+mj-lt"/>
            </a:endParaRPr>
          </a:p>
          <a:p>
            <a:pPr marL="0" indent="0">
              <a:buNone/>
            </a:pPr>
            <a:endParaRPr lang="en-US" sz="2400" dirty="0">
              <a:latin typeface="+mj-lt"/>
            </a:endParaRPr>
          </a:p>
          <a:p>
            <a:pPr lvl="1"/>
            <a:endParaRPr lang="en-US" sz="1800" dirty="0">
              <a:latin typeface="+mj-lt"/>
            </a:endParaRPr>
          </a:p>
          <a:p>
            <a:pPr marL="228600" lvl="1" indent="0">
              <a:buNone/>
            </a:pPr>
            <a:endParaRPr lang="en-US" sz="1800" dirty="0">
              <a:latin typeface="+mj-lt"/>
            </a:endParaRPr>
          </a:p>
        </p:txBody>
      </p:sp>
    </p:spTree>
    <p:extLst>
      <p:ext uri="{BB962C8B-B14F-4D97-AF65-F5344CB8AC3E}">
        <p14:creationId xmlns:p14="http://schemas.microsoft.com/office/powerpoint/2010/main" val="2673243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61844-44E8-186C-61AD-DA5B24E3F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77E52-820D-A993-E848-86806A5ED714}"/>
              </a:ext>
            </a:extLst>
          </p:cNvPr>
          <p:cNvSpPr>
            <a:spLocks noGrp="1"/>
          </p:cNvSpPr>
          <p:nvPr>
            <p:ph type="title"/>
          </p:nvPr>
        </p:nvSpPr>
        <p:spPr>
          <a:xfrm>
            <a:off x="2187672" y="220068"/>
            <a:ext cx="7393861" cy="866415"/>
          </a:xfrm>
        </p:spPr>
        <p:txBody>
          <a:bodyPr/>
          <a:lstStyle/>
          <a:p>
            <a:r>
              <a:rPr lang="en-US" sz="3200" dirty="0"/>
              <a:t>Troubleshooting common issues</a:t>
            </a:r>
          </a:p>
        </p:txBody>
      </p:sp>
      <p:graphicFrame>
        <p:nvGraphicFramePr>
          <p:cNvPr id="7" name="Content Placeholder 6">
            <a:extLst>
              <a:ext uri="{FF2B5EF4-FFF2-40B4-BE49-F238E27FC236}">
                <a16:creationId xmlns:a16="http://schemas.microsoft.com/office/drawing/2014/main" id="{9545AA2B-94BD-098E-98B9-E0056257AFF4}"/>
              </a:ext>
            </a:extLst>
          </p:cNvPr>
          <p:cNvGraphicFramePr>
            <a:graphicFrameLocks noGrp="1"/>
          </p:cNvGraphicFramePr>
          <p:nvPr>
            <p:ph idx="1"/>
            <p:extLst>
              <p:ext uri="{D42A27DB-BD31-4B8C-83A1-F6EECF244321}">
                <p14:modId xmlns:p14="http://schemas.microsoft.com/office/powerpoint/2010/main" val="2660877305"/>
              </p:ext>
            </p:extLst>
          </p:nvPr>
        </p:nvGraphicFramePr>
        <p:xfrm>
          <a:off x="2005777" y="1317523"/>
          <a:ext cx="7757653" cy="4601497"/>
        </p:xfrm>
        <a:graphic>
          <a:graphicData uri="http://schemas.openxmlformats.org/drawingml/2006/table">
            <a:tbl>
              <a:tblPr firstRow="1" bandRow="1">
                <a:tableStyleId>{5940675A-B579-460E-94D1-54222C63F5DA}</a:tableStyleId>
              </a:tblPr>
              <a:tblGrid>
                <a:gridCol w="2030020">
                  <a:extLst>
                    <a:ext uri="{9D8B030D-6E8A-4147-A177-3AD203B41FA5}">
                      <a16:colId xmlns:a16="http://schemas.microsoft.com/office/drawing/2014/main" val="3061486903"/>
                    </a:ext>
                  </a:extLst>
                </a:gridCol>
                <a:gridCol w="2889959">
                  <a:extLst>
                    <a:ext uri="{9D8B030D-6E8A-4147-A177-3AD203B41FA5}">
                      <a16:colId xmlns:a16="http://schemas.microsoft.com/office/drawing/2014/main" val="490972193"/>
                    </a:ext>
                  </a:extLst>
                </a:gridCol>
                <a:gridCol w="2837674">
                  <a:extLst>
                    <a:ext uri="{9D8B030D-6E8A-4147-A177-3AD203B41FA5}">
                      <a16:colId xmlns:a16="http://schemas.microsoft.com/office/drawing/2014/main" val="3953189790"/>
                    </a:ext>
                  </a:extLst>
                </a:gridCol>
              </a:tblGrid>
              <a:tr h="411712">
                <a:tc>
                  <a:txBody>
                    <a:bodyPr/>
                    <a:lstStyle/>
                    <a:p>
                      <a:pPr algn="ctr"/>
                      <a:r>
                        <a:rPr lang="en-US" sz="1800" b="1" dirty="0"/>
                        <a:t>Issue </a:t>
                      </a:r>
                    </a:p>
                  </a:txBody>
                  <a:tcPr/>
                </a:tc>
                <a:tc>
                  <a:txBody>
                    <a:bodyPr/>
                    <a:lstStyle/>
                    <a:p>
                      <a:pPr algn="ctr"/>
                      <a:r>
                        <a:rPr lang="en-US" sz="1800" b="1" dirty="0"/>
                        <a:t>Cause</a:t>
                      </a:r>
                    </a:p>
                  </a:txBody>
                  <a:tcPr/>
                </a:tc>
                <a:tc>
                  <a:txBody>
                    <a:bodyPr/>
                    <a:lstStyle/>
                    <a:p>
                      <a:pPr algn="ctr"/>
                      <a:r>
                        <a:rPr lang="en-US" sz="1800" b="1" dirty="0"/>
                        <a:t>Solution</a:t>
                      </a:r>
                    </a:p>
                  </a:txBody>
                  <a:tcPr/>
                </a:tc>
                <a:extLst>
                  <a:ext uri="{0D108BD9-81ED-4DB2-BD59-A6C34878D82A}">
                    <a16:rowId xmlns:a16="http://schemas.microsoft.com/office/drawing/2014/main" val="1711732623"/>
                  </a:ext>
                </a:extLst>
              </a:tr>
              <a:tr h="1396595">
                <a:tc>
                  <a:txBody>
                    <a:bodyPr/>
                    <a:lstStyle/>
                    <a:p>
                      <a:pPr algn="ctr"/>
                      <a:r>
                        <a:rPr lang="en-US" sz="1600" dirty="0"/>
                        <a:t>Slow Wi-Fi</a:t>
                      </a:r>
                    </a:p>
                  </a:txBody>
                  <a:tcPr/>
                </a:tc>
                <a:tc>
                  <a:txBody>
                    <a:bodyPr/>
                    <a:lstStyle/>
                    <a:p>
                      <a:pPr algn="ctr"/>
                      <a:r>
                        <a:rPr lang="en-US" sz="1600" dirty="0"/>
                        <a:t>APs being placed next to water or objects with metal</a:t>
                      </a:r>
                    </a:p>
                  </a:txBody>
                  <a:tcPr/>
                </a:tc>
                <a:tc>
                  <a:txBody>
                    <a:bodyPr/>
                    <a:lstStyle/>
                    <a:p>
                      <a:pPr algn="ctr"/>
                      <a:r>
                        <a:rPr lang="en-US" sz="1600" dirty="0"/>
                        <a:t>Remove any objects that slows the internet, such as aquariums or mirrors</a:t>
                      </a:r>
                    </a:p>
                  </a:txBody>
                  <a:tcPr/>
                </a:tc>
                <a:extLst>
                  <a:ext uri="{0D108BD9-81ED-4DB2-BD59-A6C34878D82A}">
                    <a16:rowId xmlns:a16="http://schemas.microsoft.com/office/drawing/2014/main" val="1730469066"/>
                  </a:ext>
                </a:extLst>
              </a:tr>
              <a:tr h="1396595">
                <a:tc>
                  <a:txBody>
                    <a:bodyPr/>
                    <a:lstStyle/>
                    <a:p>
                      <a:pPr algn="ctr"/>
                      <a:r>
                        <a:rPr lang="en-US" sz="1600" dirty="0"/>
                        <a:t>No internet</a:t>
                      </a:r>
                    </a:p>
                  </a:txBody>
                  <a:tcPr/>
                </a:tc>
                <a:tc>
                  <a:txBody>
                    <a:bodyPr/>
                    <a:lstStyle/>
                    <a:p>
                      <a:pPr algn="ctr"/>
                      <a:r>
                        <a:rPr lang="en-US" sz="1600" dirty="0"/>
                        <a:t>Incorrect gateway or DNS</a:t>
                      </a:r>
                    </a:p>
                  </a:txBody>
                  <a:tcPr/>
                </a:tc>
                <a:tc>
                  <a:txBody>
                    <a:bodyPr/>
                    <a:lstStyle/>
                    <a:p>
                      <a:pPr algn="ctr"/>
                      <a:r>
                        <a:rPr lang="en-US" sz="1600" dirty="0"/>
                        <a:t>Change the assigned IP outside the DHCP scope, manually</a:t>
                      </a:r>
                    </a:p>
                  </a:txBody>
                  <a:tcPr/>
                </a:tc>
                <a:extLst>
                  <a:ext uri="{0D108BD9-81ED-4DB2-BD59-A6C34878D82A}">
                    <a16:rowId xmlns:a16="http://schemas.microsoft.com/office/drawing/2014/main" val="12814819"/>
                  </a:ext>
                </a:extLst>
              </a:tr>
              <a:tr h="1396595">
                <a:tc>
                  <a:txBody>
                    <a:bodyPr/>
                    <a:lstStyle/>
                    <a:p>
                      <a:pPr algn="ctr"/>
                      <a:r>
                        <a:rPr lang="en-US" sz="1600" dirty="0"/>
                        <a:t>POS offline</a:t>
                      </a:r>
                    </a:p>
                  </a:txBody>
                  <a:tcPr/>
                </a:tc>
                <a:tc>
                  <a:txBody>
                    <a:bodyPr/>
                    <a:lstStyle/>
                    <a:p>
                      <a:pPr algn="ctr"/>
                      <a:r>
                        <a:rPr lang="en-US" sz="1600" dirty="0"/>
                        <a:t>Security software blocking traffic</a:t>
                      </a:r>
                    </a:p>
                  </a:txBody>
                  <a:tcPr/>
                </a:tc>
                <a:tc>
                  <a:txBody>
                    <a:bodyPr/>
                    <a:lstStyle/>
                    <a:p>
                      <a:pPr algn="ctr"/>
                      <a:r>
                        <a:rPr lang="en-US" sz="1600" dirty="0"/>
                        <a:t>Ensure the POS software can communicate with the server</a:t>
                      </a:r>
                    </a:p>
                  </a:txBody>
                  <a:tcPr/>
                </a:tc>
                <a:extLst>
                  <a:ext uri="{0D108BD9-81ED-4DB2-BD59-A6C34878D82A}">
                    <a16:rowId xmlns:a16="http://schemas.microsoft.com/office/drawing/2014/main" val="3411238912"/>
                  </a:ext>
                </a:extLst>
              </a:tr>
            </a:tbl>
          </a:graphicData>
        </a:graphic>
      </p:graphicFrame>
    </p:spTree>
    <p:extLst>
      <p:ext uri="{BB962C8B-B14F-4D97-AF65-F5344CB8AC3E}">
        <p14:creationId xmlns:p14="http://schemas.microsoft.com/office/powerpoint/2010/main" val="1907792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27FBE-23B2-290B-9814-20C48EF679FE}"/>
              </a:ext>
            </a:extLst>
          </p:cNvPr>
          <p:cNvSpPr>
            <a:spLocks noGrp="1"/>
          </p:cNvSpPr>
          <p:nvPr>
            <p:ph type="title"/>
          </p:nvPr>
        </p:nvSpPr>
        <p:spPr>
          <a:xfrm>
            <a:off x="634032" y="500269"/>
            <a:ext cx="3593839" cy="512454"/>
          </a:xfrm>
        </p:spPr>
        <p:txBody>
          <a:bodyPr/>
          <a:lstStyle/>
          <a:p>
            <a:r>
              <a:rPr lang="en-US" sz="3200" dirty="0"/>
              <a:t>Documentation</a:t>
            </a:r>
          </a:p>
        </p:txBody>
      </p:sp>
      <p:sp>
        <p:nvSpPr>
          <p:cNvPr id="5" name="TextBox 4">
            <a:extLst>
              <a:ext uri="{FF2B5EF4-FFF2-40B4-BE49-F238E27FC236}">
                <a16:creationId xmlns:a16="http://schemas.microsoft.com/office/drawing/2014/main" id="{987728FF-49A5-3326-243A-B62F15498C96}"/>
              </a:ext>
            </a:extLst>
          </p:cNvPr>
          <p:cNvSpPr txBox="1"/>
          <p:nvPr/>
        </p:nvSpPr>
        <p:spPr>
          <a:xfrm>
            <a:off x="634032" y="1319326"/>
            <a:ext cx="10191284" cy="5355312"/>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dirty="0"/>
              <a:t>Physical diagram/Logical diagram</a:t>
            </a:r>
          </a:p>
          <a:p>
            <a:pPr marL="285750" lvl="0" indent="-285750">
              <a:lnSpc>
                <a:spcPct val="150000"/>
              </a:lnSpc>
              <a:buFont typeface="Arial" panose="020B0604020202020204" pitchFamily="34" charset="0"/>
              <a:buChar char="•"/>
            </a:pPr>
            <a:r>
              <a:rPr lang="en-US" dirty="0"/>
              <a:t>Network Diagrams</a:t>
            </a:r>
          </a:p>
          <a:p>
            <a:pPr marL="285750" lvl="0" indent="-285750">
              <a:lnSpc>
                <a:spcPct val="150000"/>
              </a:lnSpc>
              <a:buFont typeface="Arial" panose="020B0604020202020204" pitchFamily="34" charset="0"/>
              <a:buChar char="•"/>
            </a:pPr>
            <a:r>
              <a:rPr lang="en-US" dirty="0"/>
              <a:t>Cable maps &amp; Diagrams</a:t>
            </a:r>
          </a:p>
          <a:p>
            <a:pPr marL="285750" lvl="0" indent="-285750">
              <a:lnSpc>
                <a:spcPct val="150000"/>
              </a:lnSpc>
              <a:buFont typeface="Arial" panose="020B0604020202020204" pitchFamily="34" charset="0"/>
              <a:buChar char="•"/>
            </a:pPr>
            <a:r>
              <a:rPr lang="en-US" dirty="0"/>
              <a:t>IPAM </a:t>
            </a:r>
          </a:p>
          <a:p>
            <a:pPr marL="285750" lvl="0" indent="-285750">
              <a:lnSpc>
                <a:spcPct val="150000"/>
              </a:lnSpc>
              <a:buFont typeface="Arial" panose="020B0604020202020204" pitchFamily="34" charset="0"/>
              <a:buChar char="•"/>
            </a:pPr>
            <a:r>
              <a:rPr lang="en-US" dirty="0"/>
              <a:t>Wireless survey/ Heat map</a:t>
            </a:r>
          </a:p>
          <a:p>
            <a:pPr marL="285750" lvl="0" indent="-285750">
              <a:lnSpc>
                <a:spcPct val="150000"/>
              </a:lnSpc>
              <a:buFont typeface="Arial" panose="020B0604020202020204" pitchFamily="34" charset="0"/>
              <a:buChar char="•"/>
            </a:pPr>
            <a:r>
              <a:rPr lang="en-US" dirty="0"/>
              <a:t>Firmware updates</a:t>
            </a:r>
          </a:p>
          <a:p>
            <a:pPr marL="285750" lvl="0" indent="-285750">
              <a:lnSpc>
                <a:spcPct val="150000"/>
              </a:lnSpc>
              <a:buFont typeface="Arial" panose="020B0604020202020204" pitchFamily="34" charset="0"/>
              <a:buChar char="•"/>
            </a:pPr>
            <a:r>
              <a:rPr lang="en-US" dirty="0"/>
              <a:t>OS updates</a:t>
            </a:r>
          </a:p>
          <a:p>
            <a:pPr marL="285750" lvl="0" indent="-285750">
              <a:lnSpc>
                <a:spcPct val="150000"/>
              </a:lnSpc>
              <a:buFont typeface="Arial" panose="020B0604020202020204" pitchFamily="34" charset="0"/>
              <a:buChar char="•"/>
            </a:pPr>
            <a:r>
              <a:rPr lang="en-US" dirty="0"/>
              <a:t>Antonio Mendez | Cisco Inc.</a:t>
            </a:r>
          </a:p>
          <a:p>
            <a:pPr marL="285750" lvl="0" indent="-285750">
              <a:lnSpc>
                <a:spcPct val="150000"/>
              </a:lnSpc>
              <a:buFont typeface="Arial" panose="020B0604020202020204" pitchFamily="34" charset="0"/>
              <a:buChar char="•"/>
            </a:pPr>
            <a:endParaRPr lang="en-US" dirty="0"/>
          </a:p>
          <a:p>
            <a:pPr lvl="0">
              <a:lnSpc>
                <a:spcPct val="150000"/>
              </a:lnSpc>
            </a:pPr>
            <a:r>
              <a:rPr lang="en-US" dirty="0"/>
              <a:t>I am confident this network implementation project will meet all key requirements for the coffee shop and will deliver significant value, thank you everyone for listening!</a:t>
            </a:r>
          </a:p>
          <a:p>
            <a:pPr marL="285750" lvl="0" indent="-285750">
              <a:lnSpc>
                <a:spcPct val="150000"/>
              </a:lnSpc>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974148590"/>
      </p:ext>
    </p:extLst>
  </p:cSld>
  <p:clrMapOvr>
    <a:masterClrMapping/>
  </p:clrMapOvr>
</p:sld>
</file>

<file path=ppt/theme/theme1.xml><?xml version="1.0" encoding="utf-8"?>
<a:theme xmlns:a="http://schemas.openxmlformats.org/drawingml/2006/main" name="BoldUnderlinesKeynote">
  <a:themeElements>
    <a:clrScheme name="NB - Keynote">
      <a:dk1>
        <a:srgbClr val="000000"/>
      </a:dk1>
      <a:lt1>
        <a:srgbClr val="FFFFFF"/>
      </a:lt1>
      <a:dk2>
        <a:srgbClr val="2C3932"/>
      </a:dk2>
      <a:lt2>
        <a:srgbClr val="FDF6EA"/>
      </a:lt2>
      <a:accent1>
        <a:srgbClr val="003A41"/>
      </a:accent1>
      <a:accent2>
        <a:srgbClr val="ECEBE3"/>
      </a:accent2>
      <a:accent3>
        <a:srgbClr val="400023"/>
      </a:accent3>
      <a:accent4>
        <a:srgbClr val="68989E"/>
      </a:accent4>
      <a:accent5>
        <a:srgbClr val="BFB360"/>
      </a:accent5>
      <a:accent6>
        <a:srgbClr val="BF6093"/>
      </a:accent6>
      <a:hlink>
        <a:srgbClr val="169C9A"/>
      </a:hlink>
      <a:folHlink>
        <a:srgbClr val="E15C3D"/>
      </a:folHlink>
    </a:clrScheme>
    <a:fontScheme name="Custom 9">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ld underlines keynote presentation _win32_DN_v2" id="{E18D5B16-117C-46FD-8B97-39D77F728B32}" vid="{93298573-99F9-4CB3-90C8-DB41313B57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df0686e8-30b1-4267-a10d-310ba2f40b18" xsi:nil="true"/>
    <_activity xmlns="df0686e8-30b1-4267-a10d-310ba2f40b1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F7C9C55C46EF345BB20AF203BBC6CD0" ma:contentTypeVersion="16" ma:contentTypeDescription="Create a new document." ma:contentTypeScope="" ma:versionID="de0029e0cf948e599a688f536b46ff84">
  <xsd:schema xmlns:xsd="http://www.w3.org/2001/XMLSchema" xmlns:xs="http://www.w3.org/2001/XMLSchema" xmlns:p="http://schemas.microsoft.com/office/2006/metadata/properties" xmlns:ns3="df0686e8-30b1-4267-a10d-310ba2f40b18" xmlns:ns4="2b33df05-9b65-47d3-9069-263ea5884d2e" targetNamespace="http://schemas.microsoft.com/office/2006/metadata/properties" ma:root="true" ma:fieldsID="98af7205ecc136820c57b452f00ac01f" ns3:_="" ns4:_="">
    <xsd:import namespace="df0686e8-30b1-4267-a10d-310ba2f40b18"/>
    <xsd:import namespace="2b33df05-9b65-47d3-9069-263ea5884d2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SearchProperties" minOccurs="0"/>
                <xsd:element ref="ns3:_activity" minOccurs="0"/>
                <xsd:element ref="ns3:MediaServiceDateTaken"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0686e8-30b1-4267-a10d-310ba2f40b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_activity" ma:index="21" nillable="true" ma:displayName="_activity" ma:hidden="true" ma:internalName="_activity">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b33df05-9b65-47d3-9069-263ea5884d2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EF782DA7-86C0-4A84-A860-11A1E6E3FB6B}">
  <ds:schemaRefs>
    <ds:schemaRef ds:uri="http://schemas.openxmlformats.org/package/2006/metadata/core-properties"/>
    <ds:schemaRef ds:uri="http://purl.org/dc/elements/1.1/"/>
    <ds:schemaRef ds:uri="http://purl.org/dc/dcmitype/"/>
    <ds:schemaRef ds:uri="http://www.w3.org/XML/1998/namespace"/>
    <ds:schemaRef ds:uri="http://schemas.microsoft.com/office/2006/documentManagement/types"/>
    <ds:schemaRef ds:uri="df0686e8-30b1-4267-a10d-310ba2f40b18"/>
    <ds:schemaRef ds:uri="http://schemas.microsoft.com/office/2006/metadata/properties"/>
    <ds:schemaRef ds:uri="http://purl.org/dc/terms/"/>
    <ds:schemaRef ds:uri="http://schemas.microsoft.com/office/infopath/2007/PartnerControls"/>
    <ds:schemaRef ds:uri="2b33df05-9b65-47d3-9069-263ea5884d2e"/>
  </ds:schemaRefs>
</ds:datastoreItem>
</file>

<file path=customXml/itemProps3.xml><?xml version="1.0" encoding="utf-8"?>
<ds:datastoreItem xmlns:ds="http://schemas.openxmlformats.org/officeDocument/2006/customXml" ds:itemID="{BED1C50E-3AF3-482C-88DF-1DF6EBB04D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0686e8-30b1-4267-a10d-310ba2f40b18"/>
    <ds:schemaRef ds:uri="2b33df05-9b65-47d3-9069-263ea5884d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{1B58412F-A9EE-43B9-A0CE-AD1A821F6598}e68b7f07-47f1-4c94-a1ca-e7d736a42cf8-TF86f18fb6-1448-4a46-9973-da86b5b4a1df94418399_win32</Template>
  <TotalTime>7318</TotalTime>
  <Words>1036</Words>
  <Application>Microsoft Office PowerPoint</Application>
  <PresentationFormat>Widescreen</PresentationFormat>
  <Paragraphs>133</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Light</vt:lpstr>
      <vt:lpstr>Arial</vt:lpstr>
      <vt:lpstr>BoldUnderlinesKeynote</vt:lpstr>
      <vt:lpstr>Network+ Wi-Fi  coffeeshop installation</vt:lpstr>
      <vt:lpstr>Introduction</vt:lpstr>
      <vt:lpstr>Implementation process</vt:lpstr>
      <vt:lpstr>Hardware for the Wi-Fi</vt:lpstr>
      <vt:lpstr>Channeling/VLANs implemtation</vt:lpstr>
      <vt:lpstr>Network &amp; encryption</vt:lpstr>
      <vt:lpstr>Testing &amp; validation</vt:lpstr>
      <vt:lpstr>Troubleshooting common issues</vt:lpstr>
      <vt:lpstr>Documentation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Mendez, Antonio</dc:creator>
  <cp:lastModifiedBy>Mendez, Antonio</cp:lastModifiedBy>
  <cp:revision>3</cp:revision>
  <dcterms:created xsi:type="dcterms:W3CDTF">2026-02-18T02:57:23Z</dcterms:created>
  <dcterms:modified xsi:type="dcterms:W3CDTF">2026-02-28T15:58:10Z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0x0101003F7C9C55C46EF345BB20AF203BBC6CD0</vt:lpwstr>
  </property>
  <property fmtid="{D5CDD505-2E9C-101B-9397-08002B2CF9AE}" pid="3" name="MediaServiceImageTags">
    <vt:lpwstr/>
  </property>
</Properties>
</file>